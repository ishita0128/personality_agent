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embeddedFontLst>
    <p:embeddedFont>
      <p:font typeface="Quantico"/>
      <p:regular r:id="rId35"/>
      <p:bold r:id="rId36"/>
      <p:italic r:id="rId37"/>
      <p:boldItalic r:id="rId38"/>
    </p:embeddedFont>
    <p:embeddedFont>
      <p:font typeface="Playfair Display Medium"/>
      <p:regular r:id="rId39"/>
      <p:bold r:id="rId40"/>
      <p:italic r:id="rId41"/>
      <p:boldItalic r:id="rId42"/>
    </p:embeddedFont>
    <p:embeddedFont>
      <p:font typeface="Playfair Display"/>
      <p:regular r:id="rId43"/>
      <p:bold r:id="rId44"/>
      <p:italic r:id="rId45"/>
      <p:boldItalic r:id="rId46"/>
    </p:embeddedFont>
    <p:embeddedFont>
      <p:font typeface="Lato"/>
      <p:regular r:id="rId47"/>
      <p:bold r:id="rId48"/>
      <p:italic r:id="rId49"/>
      <p:boldItalic r:id="rId50"/>
    </p:embeddedFont>
    <p:embeddedFont>
      <p:font typeface="Playfair Display SemiBold"/>
      <p:regular r:id="rId51"/>
      <p:bold r:id="rId52"/>
      <p:italic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layfairDisplayMedium-bold.fntdata"/><Relationship Id="rId42" Type="http://schemas.openxmlformats.org/officeDocument/2006/relationships/font" Target="fonts/PlayfairDisplayMedium-boldItalic.fntdata"/><Relationship Id="rId41" Type="http://schemas.openxmlformats.org/officeDocument/2006/relationships/font" Target="fonts/PlayfairDisplayMedium-italic.fntdata"/><Relationship Id="rId44" Type="http://schemas.openxmlformats.org/officeDocument/2006/relationships/font" Target="fonts/PlayfairDisplay-bold.fntdata"/><Relationship Id="rId43" Type="http://schemas.openxmlformats.org/officeDocument/2006/relationships/font" Target="fonts/PlayfairDisplay-regular.fntdata"/><Relationship Id="rId46" Type="http://schemas.openxmlformats.org/officeDocument/2006/relationships/font" Target="fonts/PlayfairDisplay-boldItalic.fntdata"/><Relationship Id="rId45" Type="http://schemas.openxmlformats.org/officeDocument/2006/relationships/font" Target="fonts/PlayfairDisplay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Lato-bold.fntdata"/><Relationship Id="rId47" Type="http://schemas.openxmlformats.org/officeDocument/2006/relationships/font" Target="fonts/Lato-regular.fntdata"/><Relationship Id="rId49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font" Target="fonts/Quantico-regular.fntdata"/><Relationship Id="rId34" Type="http://schemas.openxmlformats.org/officeDocument/2006/relationships/slide" Target="slides/slide29.xml"/><Relationship Id="rId37" Type="http://schemas.openxmlformats.org/officeDocument/2006/relationships/font" Target="fonts/Quantico-italic.fntdata"/><Relationship Id="rId36" Type="http://schemas.openxmlformats.org/officeDocument/2006/relationships/font" Target="fonts/Quantico-bold.fntdata"/><Relationship Id="rId39" Type="http://schemas.openxmlformats.org/officeDocument/2006/relationships/font" Target="fonts/PlayfairDisplayMedium-regular.fntdata"/><Relationship Id="rId38" Type="http://schemas.openxmlformats.org/officeDocument/2006/relationships/font" Target="fonts/Quantico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PlayfairDisplaySemiBold-regular.fntdata"/><Relationship Id="rId50" Type="http://schemas.openxmlformats.org/officeDocument/2006/relationships/font" Target="fonts/Lato-boldItalic.fntdata"/><Relationship Id="rId53" Type="http://schemas.openxmlformats.org/officeDocument/2006/relationships/font" Target="fonts/PlayfairDisplaySemiBold-italic.fntdata"/><Relationship Id="rId52" Type="http://schemas.openxmlformats.org/officeDocument/2006/relationships/font" Target="fonts/PlayfairDisplaySemiBold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54" Type="http://schemas.openxmlformats.org/officeDocument/2006/relationships/font" Target="fonts/PlayfairDisplaySemiBold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e3fa0a412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e3fa0a412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e3fa0a412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e3fa0a412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e3fa0a412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e3fa0a412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e3fa0a4125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e3fa0a4125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e5734f42d6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e5734f42d6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e3fa0a4125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e3fa0a4125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e5734f42d6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3e5734f42d6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e5734f42d6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3e5734f42d6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e3fa0a4125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e3fa0a4125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e3fa0a4125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e3fa0a4125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e3fa0a4125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e3fa0a4125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e3fa0a4125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e3fa0a4125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e3fa0a4125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3e3fa0a4125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e3fa0a4125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3e3fa0a4125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e3fa0a4125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3e3fa0a4125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e3fa0a4125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3e3fa0a4125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3e3fa0a4125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3e3fa0a4125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3e3fa0a4125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3e3fa0a4125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3e3fa0a4125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3" name="Google Shape;703;g3e3fa0a4125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3e3fa0a4125_0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3e3fa0a4125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3e3fa0a4125_0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7" name="Google Shape;797;g3e3fa0a4125_0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3e3fa0a4125_0_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8" name="Google Shape;828;g3e3fa0a4125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3e3fa0a4125_0_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1" name="Google Shape;851;g3e3fa0a4125_0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3e3fa0a4125_0_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0" name="Google Shape;880;g3e3fa0a4125_0_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3e3fa0a4125_0_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8" name="Google Shape;898;g3e3fa0a4125_0_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g3e3fa0a4125_0_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3" name="Google Shape;933;g3e3fa0a4125_0_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g3e3fa0a4125_0_5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3" name="Google Shape;953;g3e3fa0a4125_0_5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g3e3fa0a4125_0_6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4" name="Google Shape;1044;g3e3fa0a4125_0_6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g3e3fa0a4125_0_6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2" name="Google Shape;1062;g3e3fa0a4125_0_6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BLANK_16_1_1">
    <p:bg>
      <p:bgPr>
        <a:solidFill>
          <a:schemeClr val="lt2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0"/>
            <a:ext cx="54402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0" name="Google Shape;10;p2"/>
          <p:cNvSpPr/>
          <p:nvPr/>
        </p:nvSpPr>
        <p:spPr>
          <a:xfrm>
            <a:off x="5440200" y="555250"/>
            <a:ext cx="3703800" cy="4588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636875" y="563400"/>
            <a:ext cx="4803000" cy="4588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876900" y="874250"/>
            <a:ext cx="4387500" cy="2632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958450" y="4298625"/>
            <a:ext cx="20085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1_1_1_1_1_1_1_1_1_1_1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411875" y="389750"/>
            <a:ext cx="2237100" cy="816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2" type="subTitle"/>
          </p:nvPr>
        </p:nvSpPr>
        <p:spPr>
          <a:xfrm>
            <a:off x="3469838" y="218278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3" type="subTitle"/>
          </p:nvPr>
        </p:nvSpPr>
        <p:spPr>
          <a:xfrm>
            <a:off x="3469838" y="1064402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4" type="subTitle"/>
          </p:nvPr>
        </p:nvSpPr>
        <p:spPr>
          <a:xfrm>
            <a:off x="3469838" y="1923965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5" type="subTitle"/>
          </p:nvPr>
        </p:nvSpPr>
        <p:spPr>
          <a:xfrm>
            <a:off x="3469838" y="2810376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6" type="subTitle"/>
          </p:nvPr>
        </p:nvSpPr>
        <p:spPr>
          <a:xfrm>
            <a:off x="3469838" y="3646164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7" type="subTitle"/>
          </p:nvPr>
        </p:nvSpPr>
        <p:spPr>
          <a:xfrm>
            <a:off x="3469838" y="4530963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1_1_1_1_1_1">
    <p:bg>
      <p:bgPr>
        <a:solidFill>
          <a:schemeClr val="accent2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99900" y="99900"/>
            <a:ext cx="8944200" cy="4936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252300" y="252300"/>
            <a:ext cx="8639400" cy="463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404700" y="404700"/>
            <a:ext cx="8334600" cy="4326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557100" y="557100"/>
            <a:ext cx="8029800" cy="402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941650" y="795275"/>
            <a:ext cx="2861400" cy="816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2" type="title"/>
          </p:nvPr>
        </p:nvSpPr>
        <p:spPr>
          <a:xfrm>
            <a:off x="4399600" y="83542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3" type="title"/>
          </p:nvPr>
        </p:nvSpPr>
        <p:spPr>
          <a:xfrm>
            <a:off x="6496050" y="83542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4" type="title"/>
          </p:nvPr>
        </p:nvSpPr>
        <p:spPr>
          <a:xfrm>
            <a:off x="4385600" y="279757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5" type="title"/>
          </p:nvPr>
        </p:nvSpPr>
        <p:spPr>
          <a:xfrm>
            <a:off x="6496050" y="279757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6" type="title"/>
          </p:nvPr>
        </p:nvSpPr>
        <p:spPr>
          <a:xfrm>
            <a:off x="4423700" y="1379550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7" type="title"/>
          </p:nvPr>
        </p:nvSpPr>
        <p:spPr>
          <a:xfrm>
            <a:off x="6562725" y="1379550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4" name="Google Shape;34;p4"/>
          <p:cNvSpPr txBox="1"/>
          <p:nvPr>
            <p:ph idx="8" type="title"/>
          </p:nvPr>
        </p:nvSpPr>
        <p:spPr>
          <a:xfrm>
            <a:off x="4423700" y="3341700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idx="9" type="title"/>
          </p:nvPr>
        </p:nvSpPr>
        <p:spPr>
          <a:xfrm>
            <a:off x="6562725" y="3341688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13" type="title"/>
          </p:nvPr>
        </p:nvSpPr>
        <p:spPr>
          <a:xfrm>
            <a:off x="966700" y="1417525"/>
            <a:ext cx="2072700" cy="1705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1_1_1_1_1_1_1_1_1_1">
    <p:bg>
      <p:bgPr>
        <a:solidFill>
          <a:schemeClr val="dk2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/>
          <p:nvPr/>
        </p:nvSpPr>
        <p:spPr>
          <a:xfrm>
            <a:off x="5404500" y="-50"/>
            <a:ext cx="37395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0" y="1499700"/>
            <a:ext cx="9144000" cy="364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5404500" y="1499700"/>
            <a:ext cx="3739500" cy="36450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1" name="Google Shape;41;p5"/>
          <p:cNvSpPr txBox="1"/>
          <p:nvPr>
            <p:ph idx="1" type="subTitle"/>
          </p:nvPr>
        </p:nvSpPr>
        <p:spPr>
          <a:xfrm>
            <a:off x="5792075" y="1776150"/>
            <a:ext cx="2799600" cy="3092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42" name="Google Shape;42;p5"/>
          <p:cNvSpPr/>
          <p:nvPr>
            <p:ph idx="2" type="pic"/>
          </p:nvPr>
        </p:nvSpPr>
        <p:spPr>
          <a:xfrm>
            <a:off x="1801500" y="14977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43" name="Google Shape;43;p5"/>
          <p:cNvSpPr/>
          <p:nvPr>
            <p:ph idx="3" type="pic"/>
          </p:nvPr>
        </p:nvSpPr>
        <p:spPr>
          <a:xfrm>
            <a:off x="1801500" y="33202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44" name="Google Shape;44;p5"/>
          <p:cNvSpPr/>
          <p:nvPr>
            <p:ph idx="4" type="pic"/>
          </p:nvPr>
        </p:nvSpPr>
        <p:spPr>
          <a:xfrm>
            <a:off x="0" y="14977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45" name="Google Shape;45;p5"/>
          <p:cNvSpPr/>
          <p:nvPr>
            <p:ph idx="5" type="pic"/>
          </p:nvPr>
        </p:nvSpPr>
        <p:spPr>
          <a:xfrm>
            <a:off x="0" y="33202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46" name="Google Shape;46;p5"/>
          <p:cNvSpPr/>
          <p:nvPr>
            <p:ph idx="6" type="pic"/>
          </p:nvPr>
        </p:nvSpPr>
        <p:spPr>
          <a:xfrm>
            <a:off x="3603000" y="14977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47" name="Google Shape;47;p5"/>
          <p:cNvSpPr/>
          <p:nvPr>
            <p:ph idx="7" type="pic"/>
          </p:nvPr>
        </p:nvSpPr>
        <p:spPr>
          <a:xfrm>
            <a:off x="3603000" y="33202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3">
  <p:cSld name="BLANK_1_1_1_1_1_1_1_1_1_1_1_1">
    <p:bg>
      <p:bgPr>
        <a:solidFill>
          <a:schemeClr val="lt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/>
          <p:nvPr/>
        </p:nvSpPr>
        <p:spPr>
          <a:xfrm>
            <a:off x="5404500" y="-50"/>
            <a:ext cx="37395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0" y="1499700"/>
            <a:ext cx="9144000" cy="364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5404500" y="1499700"/>
            <a:ext cx="3739500" cy="36450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2" name="Google Shape;52;p6"/>
          <p:cNvSpPr txBox="1"/>
          <p:nvPr>
            <p:ph type="title"/>
          </p:nvPr>
        </p:nvSpPr>
        <p:spPr>
          <a:xfrm>
            <a:off x="5821575" y="1709925"/>
            <a:ext cx="2882700" cy="627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ato"/>
              <a:buNone/>
              <a:defRPr b="1" sz="24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53" name="Google Shape;53;p6"/>
          <p:cNvSpPr txBox="1"/>
          <p:nvPr>
            <p:ph idx="2" type="title"/>
          </p:nvPr>
        </p:nvSpPr>
        <p:spPr>
          <a:xfrm>
            <a:off x="516600" y="486575"/>
            <a:ext cx="3823500" cy="678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54" name="Google Shape;54;p6"/>
          <p:cNvSpPr txBox="1"/>
          <p:nvPr>
            <p:ph idx="1" type="subTitle"/>
          </p:nvPr>
        </p:nvSpPr>
        <p:spPr>
          <a:xfrm>
            <a:off x="5821575" y="2476500"/>
            <a:ext cx="2019900" cy="455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5" name="Google Shape;55;p6"/>
          <p:cNvSpPr txBox="1"/>
          <p:nvPr>
            <p:ph idx="3" type="title"/>
          </p:nvPr>
        </p:nvSpPr>
        <p:spPr>
          <a:xfrm>
            <a:off x="5810125" y="3070875"/>
            <a:ext cx="2388600" cy="529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56" name="Google Shape;56;p6"/>
          <p:cNvSpPr txBox="1"/>
          <p:nvPr>
            <p:ph idx="4" type="subTitle"/>
          </p:nvPr>
        </p:nvSpPr>
        <p:spPr>
          <a:xfrm>
            <a:off x="5821575" y="3426050"/>
            <a:ext cx="2650500" cy="898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7" name="Google Shape;57;p6"/>
          <p:cNvSpPr/>
          <p:nvPr>
            <p:ph idx="5" type="pic"/>
          </p:nvPr>
        </p:nvSpPr>
        <p:spPr>
          <a:xfrm>
            <a:off x="0" y="1502400"/>
            <a:ext cx="5404500" cy="3639600"/>
          </a:xfrm>
          <a:prstGeom prst="snip1Rect">
            <a:avLst>
              <a:gd fmla="val 16026" name="adj"/>
            </a:avLst>
          </a:prstGeom>
          <a:noFill/>
          <a:ln>
            <a:noFill/>
          </a:ln>
        </p:spPr>
      </p:sp>
      <p:sp>
        <p:nvSpPr>
          <p:cNvPr id="58" name="Google Shape;58;p6"/>
          <p:cNvSpPr txBox="1"/>
          <p:nvPr>
            <p:ph idx="6" type="subTitle"/>
          </p:nvPr>
        </p:nvSpPr>
        <p:spPr>
          <a:xfrm>
            <a:off x="5794900" y="4333425"/>
            <a:ext cx="2718300" cy="35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" name="Google Shape;59;p6"/>
          <p:cNvSpPr txBox="1"/>
          <p:nvPr>
            <p:ph idx="7" type="subTitle"/>
          </p:nvPr>
        </p:nvSpPr>
        <p:spPr>
          <a:xfrm>
            <a:off x="5821575" y="4501450"/>
            <a:ext cx="2650500" cy="898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5 ">
  <p:cSld name="BLANK_1_1_1_1_1_1_1">
    <p:bg>
      <p:bgPr>
        <a:solidFill>
          <a:schemeClr val="accent5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/>
          <p:nvPr/>
        </p:nvSpPr>
        <p:spPr>
          <a:xfrm>
            <a:off x="731650" y="619550"/>
            <a:ext cx="8412300" cy="4525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2" name="Google Shape;62;p7"/>
          <p:cNvSpPr txBox="1"/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63" name="Google Shape;63;p7"/>
          <p:cNvSpPr txBox="1"/>
          <p:nvPr>
            <p:ph idx="2" type="title"/>
          </p:nvPr>
        </p:nvSpPr>
        <p:spPr>
          <a:xfrm>
            <a:off x="920550" y="1881950"/>
            <a:ext cx="5228400" cy="194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4" name="Google Shape;64;p7"/>
          <p:cNvSpPr txBox="1"/>
          <p:nvPr>
            <p:ph idx="1" type="subTitle"/>
          </p:nvPr>
        </p:nvSpPr>
        <p:spPr>
          <a:xfrm>
            <a:off x="920550" y="4518700"/>
            <a:ext cx="18174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6">
  <p:cSld name="BLANK_1_1_1_1_1_1_2">
    <p:bg>
      <p:bgPr>
        <a:solidFill>
          <a:schemeClr val="accent2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/>
          <p:nvPr/>
        </p:nvSpPr>
        <p:spPr>
          <a:xfrm>
            <a:off x="99900" y="99900"/>
            <a:ext cx="8944200" cy="4936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7" name="Google Shape;67;p8"/>
          <p:cNvSpPr/>
          <p:nvPr/>
        </p:nvSpPr>
        <p:spPr>
          <a:xfrm>
            <a:off x="252300" y="252300"/>
            <a:ext cx="8639400" cy="463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8" name="Google Shape;68;p8"/>
          <p:cNvSpPr/>
          <p:nvPr/>
        </p:nvSpPr>
        <p:spPr>
          <a:xfrm>
            <a:off x="404700" y="404700"/>
            <a:ext cx="8334600" cy="4326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9" name="Google Shape;69;p8"/>
          <p:cNvSpPr/>
          <p:nvPr/>
        </p:nvSpPr>
        <p:spPr>
          <a:xfrm>
            <a:off x="557100" y="560700"/>
            <a:ext cx="8029800" cy="402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0" name="Google Shape;70;p8"/>
          <p:cNvSpPr txBox="1"/>
          <p:nvPr>
            <p:ph type="title"/>
          </p:nvPr>
        </p:nvSpPr>
        <p:spPr>
          <a:xfrm>
            <a:off x="910650" y="1462775"/>
            <a:ext cx="7349400" cy="2513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71" name="Google Shape;71;p8"/>
          <p:cNvSpPr txBox="1"/>
          <p:nvPr>
            <p:ph idx="1" type="subTitle"/>
          </p:nvPr>
        </p:nvSpPr>
        <p:spPr>
          <a:xfrm>
            <a:off x="948750" y="4188925"/>
            <a:ext cx="18174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2" name="Google Shape;72;p8"/>
          <p:cNvSpPr txBox="1"/>
          <p:nvPr>
            <p:ph idx="2" type="title"/>
          </p:nvPr>
        </p:nvSpPr>
        <p:spPr>
          <a:xfrm>
            <a:off x="948750" y="930950"/>
            <a:ext cx="7311300" cy="315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7 ">
  <p:cSld name="CUSTOM_11">
    <p:bg>
      <p:bgPr>
        <a:solidFill>
          <a:schemeClr val="lt2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"/>
          <p:cNvSpPr/>
          <p:nvPr/>
        </p:nvSpPr>
        <p:spPr>
          <a:xfrm>
            <a:off x="5444100" y="272835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5" name="Google Shape;75;p9"/>
          <p:cNvSpPr/>
          <p:nvPr/>
        </p:nvSpPr>
        <p:spPr>
          <a:xfrm>
            <a:off x="0" y="0"/>
            <a:ext cx="9144000" cy="4236000"/>
          </a:xfrm>
          <a:prstGeom prst="snip1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6" name="Google Shape;76;p9"/>
          <p:cNvSpPr/>
          <p:nvPr/>
        </p:nvSpPr>
        <p:spPr>
          <a:xfrm>
            <a:off x="5448300" y="69495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7" name="Google Shape;77;p9"/>
          <p:cNvSpPr/>
          <p:nvPr/>
        </p:nvSpPr>
        <p:spPr>
          <a:xfrm>
            <a:off x="5438163" y="4761750"/>
            <a:ext cx="2964175" cy="388625"/>
          </a:xfrm>
          <a:custGeom>
            <a:rect b="b" l="l" r="r" t="t"/>
            <a:pathLst>
              <a:path extrusionOk="0" h="15545" w="118567">
                <a:moveTo>
                  <a:pt x="0" y="15545"/>
                </a:moveTo>
                <a:lnTo>
                  <a:pt x="118567" y="15545"/>
                </a:lnTo>
                <a:lnTo>
                  <a:pt x="103022" y="0"/>
                </a:lnTo>
                <a:lnTo>
                  <a:pt x="30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8" name="Google Shape;78;p9"/>
          <p:cNvSpPr/>
          <p:nvPr/>
        </p:nvSpPr>
        <p:spPr>
          <a:xfrm>
            <a:off x="5437625" y="-10675"/>
            <a:ext cx="2971800" cy="708675"/>
          </a:xfrm>
          <a:custGeom>
            <a:rect b="b" l="l" r="r" t="t"/>
            <a:pathLst>
              <a:path extrusionOk="0" h="28347" w="118872">
                <a:moveTo>
                  <a:pt x="0" y="0"/>
                </a:moveTo>
                <a:lnTo>
                  <a:pt x="0" y="28347"/>
                </a:lnTo>
                <a:lnTo>
                  <a:pt x="118872" y="28347"/>
                </a:lnTo>
                <a:lnTo>
                  <a:pt x="118872" y="305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79" name="Google Shape;79;p9"/>
          <p:cNvSpPr txBox="1"/>
          <p:nvPr>
            <p:ph type="title"/>
          </p:nvPr>
        </p:nvSpPr>
        <p:spPr>
          <a:xfrm>
            <a:off x="931675" y="907075"/>
            <a:ext cx="4005900" cy="70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80" name="Google Shape;80;p9"/>
          <p:cNvSpPr txBox="1"/>
          <p:nvPr>
            <p:ph idx="2" type="title"/>
          </p:nvPr>
        </p:nvSpPr>
        <p:spPr>
          <a:xfrm>
            <a:off x="931675" y="1712050"/>
            <a:ext cx="4005900" cy="170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8 ">
  <p:cSld name="CUSTOM_12">
    <p:bg>
      <p:bgPr>
        <a:solidFill>
          <a:schemeClr val="accent5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"/>
          <p:cNvSpPr/>
          <p:nvPr/>
        </p:nvSpPr>
        <p:spPr>
          <a:xfrm>
            <a:off x="0" y="0"/>
            <a:ext cx="9144000" cy="4236000"/>
          </a:xfrm>
          <a:prstGeom prst="snip1Rect">
            <a:avLst>
              <a:gd fmla="val 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3" name="Google Shape;83;p10"/>
          <p:cNvSpPr/>
          <p:nvPr/>
        </p:nvSpPr>
        <p:spPr>
          <a:xfrm>
            <a:off x="5596500" y="273140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4" name="Google Shape;84;p10"/>
          <p:cNvSpPr/>
          <p:nvPr/>
        </p:nvSpPr>
        <p:spPr>
          <a:xfrm>
            <a:off x="5587725" y="69800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5" name="Google Shape;85;p10"/>
          <p:cNvSpPr txBox="1"/>
          <p:nvPr>
            <p:ph type="title"/>
          </p:nvPr>
        </p:nvSpPr>
        <p:spPr>
          <a:xfrm>
            <a:off x="901475" y="907075"/>
            <a:ext cx="4695000" cy="862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86" name="Google Shape;86;p10"/>
          <p:cNvSpPr txBox="1"/>
          <p:nvPr>
            <p:ph idx="2" type="title"/>
          </p:nvPr>
        </p:nvSpPr>
        <p:spPr>
          <a:xfrm>
            <a:off x="930907" y="1836900"/>
            <a:ext cx="4005900" cy="1879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7" name="Google Shape;87;p10"/>
          <p:cNvSpPr/>
          <p:nvPr/>
        </p:nvSpPr>
        <p:spPr>
          <a:xfrm>
            <a:off x="5586750" y="-10675"/>
            <a:ext cx="2971800" cy="708675"/>
          </a:xfrm>
          <a:custGeom>
            <a:rect b="b" l="l" r="r" t="t"/>
            <a:pathLst>
              <a:path extrusionOk="0" h="28347" w="118872">
                <a:moveTo>
                  <a:pt x="0" y="0"/>
                </a:moveTo>
                <a:lnTo>
                  <a:pt x="0" y="28347"/>
                </a:lnTo>
                <a:lnTo>
                  <a:pt x="118872" y="28347"/>
                </a:lnTo>
                <a:lnTo>
                  <a:pt x="118872" y="30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  <p:sp>
        <p:nvSpPr>
          <p:cNvPr id="88" name="Google Shape;88;p10"/>
          <p:cNvSpPr/>
          <p:nvPr/>
        </p:nvSpPr>
        <p:spPr>
          <a:xfrm>
            <a:off x="5590563" y="4762500"/>
            <a:ext cx="2964175" cy="388625"/>
          </a:xfrm>
          <a:custGeom>
            <a:rect b="b" l="l" r="r" t="t"/>
            <a:pathLst>
              <a:path extrusionOk="0" h="15545" w="118567">
                <a:moveTo>
                  <a:pt x="0" y="15545"/>
                </a:moveTo>
                <a:lnTo>
                  <a:pt x="118567" y="15545"/>
                </a:lnTo>
                <a:lnTo>
                  <a:pt x="103022" y="0"/>
                </a:lnTo>
                <a:lnTo>
                  <a:pt x="305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BLANK_1_1_1_1_1_1_1_1_1_1_1_1_1_1_1_1_1">
    <p:bg>
      <p:bgPr>
        <a:solidFill>
          <a:schemeClr val="accent5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1"/>
          <p:cNvSpPr/>
          <p:nvPr/>
        </p:nvSpPr>
        <p:spPr>
          <a:xfrm>
            <a:off x="696050" y="619550"/>
            <a:ext cx="8448000" cy="4525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91" name="Google Shape;91;p11"/>
          <p:cNvSpPr/>
          <p:nvPr/>
        </p:nvSpPr>
        <p:spPr>
          <a:xfrm>
            <a:off x="4930700" y="619550"/>
            <a:ext cx="4213200" cy="4525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92" name="Google Shape;92;p11"/>
          <p:cNvSpPr/>
          <p:nvPr>
            <p:ph idx="2" type="pic"/>
          </p:nvPr>
        </p:nvSpPr>
        <p:spPr>
          <a:xfrm flipH="1">
            <a:off x="4930693" y="619550"/>
            <a:ext cx="2100300" cy="15135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3" name="Google Shape;93;p11"/>
          <p:cNvSpPr txBox="1"/>
          <p:nvPr>
            <p:ph type="title"/>
          </p:nvPr>
        </p:nvSpPr>
        <p:spPr>
          <a:xfrm>
            <a:off x="929475" y="914400"/>
            <a:ext cx="3633000" cy="1077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94" name="Google Shape;94;p11"/>
          <p:cNvSpPr/>
          <p:nvPr>
            <p:ph idx="3" type="pic"/>
          </p:nvPr>
        </p:nvSpPr>
        <p:spPr>
          <a:xfrm flipH="1">
            <a:off x="696043" y="2125400"/>
            <a:ext cx="2129100" cy="15135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5" name="Google Shape;95;p11"/>
          <p:cNvSpPr/>
          <p:nvPr>
            <p:ph idx="4" type="pic"/>
          </p:nvPr>
        </p:nvSpPr>
        <p:spPr>
          <a:xfrm flipH="1">
            <a:off x="4930693" y="3635300"/>
            <a:ext cx="2100300" cy="15135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6" name="Google Shape;96;p11"/>
          <p:cNvSpPr txBox="1"/>
          <p:nvPr>
            <p:ph idx="5" type="title"/>
          </p:nvPr>
        </p:nvSpPr>
        <p:spPr>
          <a:xfrm>
            <a:off x="7243093" y="851546"/>
            <a:ext cx="1696500" cy="26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6" type="title"/>
          </p:nvPr>
        </p:nvSpPr>
        <p:spPr>
          <a:xfrm>
            <a:off x="3257860" y="2361757"/>
            <a:ext cx="1696500" cy="26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98" name="Google Shape;98;p11"/>
          <p:cNvSpPr txBox="1"/>
          <p:nvPr>
            <p:ph idx="7" type="title"/>
          </p:nvPr>
        </p:nvSpPr>
        <p:spPr>
          <a:xfrm>
            <a:off x="7229582" y="3878226"/>
            <a:ext cx="1696500" cy="26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99" name="Google Shape;99;p11"/>
          <p:cNvSpPr txBox="1"/>
          <p:nvPr>
            <p:ph idx="1" type="body"/>
          </p:nvPr>
        </p:nvSpPr>
        <p:spPr>
          <a:xfrm>
            <a:off x="3257120" y="2663823"/>
            <a:ext cx="1578900" cy="83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1"/>
          <p:cNvSpPr txBox="1"/>
          <p:nvPr>
            <p:ph idx="8" type="body"/>
          </p:nvPr>
        </p:nvSpPr>
        <p:spPr>
          <a:xfrm>
            <a:off x="7237317" y="4178575"/>
            <a:ext cx="1784400" cy="83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1"/>
          <p:cNvSpPr txBox="1"/>
          <p:nvPr>
            <p:ph idx="9" type="body"/>
          </p:nvPr>
        </p:nvSpPr>
        <p:spPr>
          <a:xfrm>
            <a:off x="7246218" y="1157300"/>
            <a:ext cx="1680000" cy="83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4">
  <p:cSld name="CUSTOM_15">
    <p:bg>
      <p:bgPr>
        <a:solidFill>
          <a:schemeClr val="l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2"/>
          <p:cNvPicPr preferRelativeResize="0"/>
          <p:nvPr/>
        </p:nvPicPr>
        <p:blipFill rotWithShape="1">
          <a:blip r:embed="rId2">
            <a:alphaModFix amt="10000"/>
          </a:blip>
          <a:srcRect b="0" l="789" r="12433" t="0"/>
          <a:stretch/>
        </p:blipFill>
        <p:spPr>
          <a:xfrm>
            <a:off x="0" y="-125"/>
            <a:ext cx="6696900" cy="51435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04" name="Google Shape;104;p12"/>
          <p:cNvSpPr txBox="1"/>
          <p:nvPr>
            <p:ph type="title"/>
          </p:nvPr>
        </p:nvSpPr>
        <p:spPr>
          <a:xfrm>
            <a:off x="705550" y="39343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5" name="Google Shape;105;p12"/>
          <p:cNvSpPr txBox="1"/>
          <p:nvPr>
            <p:ph idx="2" type="title"/>
          </p:nvPr>
        </p:nvSpPr>
        <p:spPr>
          <a:xfrm>
            <a:off x="705550" y="26352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6" name="Google Shape;106;p12"/>
          <p:cNvSpPr txBox="1"/>
          <p:nvPr>
            <p:ph idx="3" type="title"/>
          </p:nvPr>
        </p:nvSpPr>
        <p:spPr>
          <a:xfrm>
            <a:off x="3461750" y="39343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7" name="Google Shape;107;p12"/>
          <p:cNvSpPr txBox="1"/>
          <p:nvPr>
            <p:ph idx="4" type="title"/>
          </p:nvPr>
        </p:nvSpPr>
        <p:spPr>
          <a:xfrm>
            <a:off x="3461750" y="26352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8" name="Google Shape;108;p12"/>
          <p:cNvSpPr txBox="1"/>
          <p:nvPr>
            <p:ph idx="5" type="title"/>
          </p:nvPr>
        </p:nvSpPr>
        <p:spPr>
          <a:xfrm>
            <a:off x="6219150" y="39343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9" name="Google Shape;109;p12"/>
          <p:cNvSpPr txBox="1"/>
          <p:nvPr>
            <p:ph idx="6" type="title"/>
          </p:nvPr>
        </p:nvSpPr>
        <p:spPr>
          <a:xfrm>
            <a:off x="6219150" y="26352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10" name="Google Shape;110;p12"/>
          <p:cNvSpPr txBox="1"/>
          <p:nvPr>
            <p:ph idx="7" type="title"/>
          </p:nvPr>
        </p:nvSpPr>
        <p:spPr>
          <a:xfrm>
            <a:off x="430209" y="907725"/>
            <a:ext cx="6815400" cy="1038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700"/>
              <a:buNone/>
              <a:defRPr sz="37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9 ">
  <p:cSld name="BLANK_1_1_1_1_1_1_1_1_1_1_1_1_1_1_1_1_1_1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3"/>
          <p:cNvSpPr/>
          <p:nvPr/>
        </p:nvSpPr>
        <p:spPr>
          <a:xfrm>
            <a:off x="3400700" y="0"/>
            <a:ext cx="5742900" cy="1427100"/>
          </a:xfrm>
          <a:prstGeom prst="snip1Rect">
            <a:avLst>
              <a:gd fmla="val 27405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3" name="Google Shape;113;p13"/>
          <p:cNvSpPr txBox="1"/>
          <p:nvPr>
            <p:ph idx="1" type="subTitle"/>
          </p:nvPr>
        </p:nvSpPr>
        <p:spPr>
          <a:xfrm>
            <a:off x="3718425" y="402000"/>
            <a:ext cx="14595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14" name="Google Shape;114;p13"/>
          <p:cNvSpPr/>
          <p:nvPr/>
        </p:nvSpPr>
        <p:spPr>
          <a:xfrm>
            <a:off x="3400700" y="1427100"/>
            <a:ext cx="5742900" cy="1790400"/>
          </a:xfrm>
          <a:prstGeom prst="snip1Rect">
            <a:avLst>
              <a:gd fmla="val 2378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5" name="Google Shape;115;p13"/>
          <p:cNvSpPr/>
          <p:nvPr/>
        </p:nvSpPr>
        <p:spPr>
          <a:xfrm>
            <a:off x="3400700" y="3217500"/>
            <a:ext cx="5742900" cy="1924500"/>
          </a:xfrm>
          <a:prstGeom prst="snip1Rect">
            <a:avLst>
              <a:gd fmla="val 22192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6" name="Google Shape;116;p13"/>
          <p:cNvSpPr txBox="1"/>
          <p:nvPr>
            <p:ph idx="2" type="subTitle"/>
          </p:nvPr>
        </p:nvSpPr>
        <p:spPr>
          <a:xfrm>
            <a:off x="4249525" y="402000"/>
            <a:ext cx="4315800" cy="745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3" type="subTitle"/>
          </p:nvPr>
        </p:nvSpPr>
        <p:spPr>
          <a:xfrm>
            <a:off x="3718425" y="1696338"/>
            <a:ext cx="14595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18" name="Google Shape;118;p13"/>
          <p:cNvSpPr txBox="1"/>
          <p:nvPr>
            <p:ph idx="4" type="subTitle"/>
          </p:nvPr>
        </p:nvSpPr>
        <p:spPr>
          <a:xfrm>
            <a:off x="4249525" y="1696338"/>
            <a:ext cx="18684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9" name="Google Shape;119;p13"/>
          <p:cNvSpPr txBox="1"/>
          <p:nvPr>
            <p:ph type="title"/>
          </p:nvPr>
        </p:nvSpPr>
        <p:spPr>
          <a:xfrm>
            <a:off x="556500" y="531900"/>
            <a:ext cx="2714700" cy="1039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20" name="Google Shape;120;p13"/>
          <p:cNvSpPr/>
          <p:nvPr>
            <p:ph idx="5" type="pic"/>
          </p:nvPr>
        </p:nvSpPr>
        <p:spPr>
          <a:xfrm>
            <a:off x="75" y="2673275"/>
            <a:ext cx="3400800" cy="2471400"/>
          </a:xfrm>
          <a:prstGeom prst="snip1Rect">
            <a:avLst>
              <a:gd fmla="val 21231" name="adj"/>
            </a:avLst>
          </a:prstGeom>
          <a:noFill/>
          <a:ln>
            <a:noFill/>
          </a:ln>
        </p:spPr>
      </p:sp>
      <p:sp>
        <p:nvSpPr>
          <p:cNvPr id="121" name="Google Shape;121;p13"/>
          <p:cNvSpPr txBox="1"/>
          <p:nvPr>
            <p:ph idx="6" type="subTitle"/>
          </p:nvPr>
        </p:nvSpPr>
        <p:spPr>
          <a:xfrm>
            <a:off x="582450" y="1733025"/>
            <a:ext cx="2400600" cy="745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" name="Google Shape;122;p13"/>
          <p:cNvSpPr txBox="1"/>
          <p:nvPr>
            <p:ph idx="7" type="subTitle"/>
          </p:nvPr>
        </p:nvSpPr>
        <p:spPr>
          <a:xfrm>
            <a:off x="3718450" y="3470325"/>
            <a:ext cx="3678300" cy="454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23" name="Google Shape;123;p13"/>
          <p:cNvSpPr txBox="1"/>
          <p:nvPr>
            <p:ph idx="8" type="subTitle"/>
          </p:nvPr>
        </p:nvSpPr>
        <p:spPr>
          <a:xfrm>
            <a:off x="3724200" y="3884675"/>
            <a:ext cx="5063100" cy="1039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24" name="Google Shape;124;p13"/>
          <p:cNvSpPr txBox="1"/>
          <p:nvPr>
            <p:ph idx="9" type="subTitle"/>
          </p:nvPr>
        </p:nvSpPr>
        <p:spPr>
          <a:xfrm>
            <a:off x="5999175" y="1696338"/>
            <a:ext cx="27873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0">
  <p:cSld name="BLANK_1_1_1_1_1_1_1_1_1_1_1_1_1_1_1_1_1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4"/>
          <p:cNvSpPr txBox="1"/>
          <p:nvPr>
            <p:ph type="title"/>
          </p:nvPr>
        </p:nvSpPr>
        <p:spPr>
          <a:xfrm>
            <a:off x="508000" y="466750"/>
            <a:ext cx="3752700" cy="1868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27" name="Google Shape;127;p14"/>
          <p:cNvSpPr/>
          <p:nvPr>
            <p:ph idx="2" type="pic"/>
          </p:nvPr>
        </p:nvSpPr>
        <p:spPr>
          <a:xfrm>
            <a:off x="75" y="2673275"/>
            <a:ext cx="3014400" cy="24714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28" name="Google Shape;128;p14"/>
          <p:cNvSpPr/>
          <p:nvPr>
            <p:ph idx="3" type="pic"/>
          </p:nvPr>
        </p:nvSpPr>
        <p:spPr>
          <a:xfrm>
            <a:off x="5341625" y="-3800"/>
            <a:ext cx="3802500" cy="18993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129" name="Google Shape;129;p14"/>
          <p:cNvSpPr/>
          <p:nvPr/>
        </p:nvSpPr>
        <p:spPr>
          <a:xfrm>
            <a:off x="5341400" y="1709375"/>
            <a:ext cx="3802500" cy="3435300"/>
          </a:xfrm>
          <a:prstGeom prst="snip1Rect">
            <a:avLst>
              <a:gd fmla="val 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30" name="Google Shape;130;p14"/>
          <p:cNvSpPr/>
          <p:nvPr/>
        </p:nvSpPr>
        <p:spPr>
          <a:xfrm>
            <a:off x="3014300" y="2673275"/>
            <a:ext cx="2327100" cy="2471400"/>
          </a:xfrm>
          <a:prstGeom prst="snip1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31" name="Google Shape;131;p14"/>
          <p:cNvSpPr txBox="1"/>
          <p:nvPr>
            <p:ph idx="1" type="subTitle"/>
          </p:nvPr>
        </p:nvSpPr>
        <p:spPr>
          <a:xfrm>
            <a:off x="3364075" y="3159975"/>
            <a:ext cx="1459500" cy="1868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32" name="Google Shape;132;p14"/>
          <p:cNvSpPr txBox="1"/>
          <p:nvPr>
            <p:ph idx="4" type="subTitle"/>
          </p:nvPr>
        </p:nvSpPr>
        <p:spPr>
          <a:xfrm>
            <a:off x="5794450" y="2073450"/>
            <a:ext cx="1459500" cy="1642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33" name="Google Shape;133;p14"/>
          <p:cNvSpPr txBox="1"/>
          <p:nvPr>
            <p:ph idx="5" type="subTitle"/>
          </p:nvPr>
        </p:nvSpPr>
        <p:spPr>
          <a:xfrm>
            <a:off x="7371675" y="2073450"/>
            <a:ext cx="1294500" cy="1642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34" name="Google Shape;134;p14"/>
          <p:cNvSpPr txBox="1"/>
          <p:nvPr>
            <p:ph idx="6" type="subTitle"/>
          </p:nvPr>
        </p:nvSpPr>
        <p:spPr>
          <a:xfrm>
            <a:off x="5794450" y="3940350"/>
            <a:ext cx="2831400" cy="917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1">
  <p:cSld name="BLANK_1_1_1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5"/>
          <p:cNvSpPr txBox="1"/>
          <p:nvPr>
            <p:ph idx="1" type="subTitle"/>
          </p:nvPr>
        </p:nvSpPr>
        <p:spPr>
          <a:xfrm>
            <a:off x="455153" y="1847050"/>
            <a:ext cx="1278600" cy="41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2" type="subTitle"/>
          </p:nvPr>
        </p:nvSpPr>
        <p:spPr>
          <a:xfrm>
            <a:off x="455153" y="2961963"/>
            <a:ext cx="1278600" cy="41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3" type="subTitle"/>
          </p:nvPr>
        </p:nvSpPr>
        <p:spPr>
          <a:xfrm>
            <a:off x="455146" y="3929375"/>
            <a:ext cx="1278600" cy="41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4" type="subTitle"/>
          </p:nvPr>
        </p:nvSpPr>
        <p:spPr>
          <a:xfrm>
            <a:off x="1781075" y="1241375"/>
            <a:ext cx="1498800" cy="27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5" type="subTitle"/>
          </p:nvPr>
        </p:nvSpPr>
        <p:spPr>
          <a:xfrm>
            <a:off x="3596300" y="1241375"/>
            <a:ext cx="1498800" cy="27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6" type="subTitle"/>
          </p:nvPr>
        </p:nvSpPr>
        <p:spPr>
          <a:xfrm>
            <a:off x="5411525" y="1241375"/>
            <a:ext cx="1498800" cy="27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7" type="subTitle"/>
          </p:nvPr>
        </p:nvSpPr>
        <p:spPr>
          <a:xfrm>
            <a:off x="7226750" y="1241375"/>
            <a:ext cx="1498800" cy="26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8" type="subTitle"/>
          </p:nvPr>
        </p:nvSpPr>
        <p:spPr>
          <a:xfrm>
            <a:off x="19796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4" name="Google Shape;144;p15"/>
          <p:cNvSpPr txBox="1"/>
          <p:nvPr>
            <p:ph idx="9" type="subTitle"/>
          </p:nvPr>
        </p:nvSpPr>
        <p:spPr>
          <a:xfrm>
            <a:off x="19796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5" name="Google Shape;145;p15"/>
          <p:cNvSpPr txBox="1"/>
          <p:nvPr>
            <p:ph idx="13" type="subTitle"/>
          </p:nvPr>
        </p:nvSpPr>
        <p:spPr>
          <a:xfrm>
            <a:off x="19796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6" name="Google Shape;146;p15"/>
          <p:cNvSpPr txBox="1"/>
          <p:nvPr>
            <p:ph idx="14" type="subTitle"/>
          </p:nvPr>
        </p:nvSpPr>
        <p:spPr>
          <a:xfrm>
            <a:off x="38059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7" name="Google Shape;147;p15"/>
          <p:cNvSpPr txBox="1"/>
          <p:nvPr>
            <p:ph idx="15" type="subTitle"/>
          </p:nvPr>
        </p:nvSpPr>
        <p:spPr>
          <a:xfrm>
            <a:off x="38059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8" name="Google Shape;148;p15"/>
          <p:cNvSpPr txBox="1"/>
          <p:nvPr>
            <p:ph idx="16" type="subTitle"/>
          </p:nvPr>
        </p:nvSpPr>
        <p:spPr>
          <a:xfrm>
            <a:off x="38059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9" name="Google Shape;149;p15"/>
          <p:cNvSpPr txBox="1"/>
          <p:nvPr>
            <p:ph idx="17" type="subTitle"/>
          </p:nvPr>
        </p:nvSpPr>
        <p:spPr>
          <a:xfrm>
            <a:off x="56322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15"/>
          <p:cNvSpPr txBox="1"/>
          <p:nvPr>
            <p:ph idx="18" type="subTitle"/>
          </p:nvPr>
        </p:nvSpPr>
        <p:spPr>
          <a:xfrm>
            <a:off x="56322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1" name="Google Shape;151;p15"/>
          <p:cNvSpPr txBox="1"/>
          <p:nvPr>
            <p:ph idx="19" type="subTitle"/>
          </p:nvPr>
        </p:nvSpPr>
        <p:spPr>
          <a:xfrm>
            <a:off x="56322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2" name="Google Shape;152;p15"/>
          <p:cNvSpPr txBox="1"/>
          <p:nvPr>
            <p:ph idx="20" type="subTitle"/>
          </p:nvPr>
        </p:nvSpPr>
        <p:spPr>
          <a:xfrm>
            <a:off x="74585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3" name="Google Shape;153;p15"/>
          <p:cNvSpPr txBox="1"/>
          <p:nvPr>
            <p:ph idx="21" type="subTitle"/>
          </p:nvPr>
        </p:nvSpPr>
        <p:spPr>
          <a:xfrm>
            <a:off x="74585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4" name="Google Shape;154;p15"/>
          <p:cNvSpPr txBox="1"/>
          <p:nvPr>
            <p:ph idx="22" type="subTitle"/>
          </p:nvPr>
        </p:nvSpPr>
        <p:spPr>
          <a:xfrm>
            <a:off x="74585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" name="Google Shape;155;p15"/>
          <p:cNvSpPr txBox="1"/>
          <p:nvPr>
            <p:ph type="title"/>
          </p:nvPr>
        </p:nvSpPr>
        <p:spPr>
          <a:xfrm>
            <a:off x="452621" y="455239"/>
            <a:ext cx="6964800" cy="651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2">
  <p:cSld name="CUSTOM_14"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 txBox="1"/>
          <p:nvPr>
            <p:ph type="title"/>
          </p:nvPr>
        </p:nvSpPr>
        <p:spPr>
          <a:xfrm>
            <a:off x="966625" y="1926200"/>
            <a:ext cx="15897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58" name="Google Shape;158;p16"/>
          <p:cNvSpPr txBox="1"/>
          <p:nvPr>
            <p:ph idx="2" type="title"/>
          </p:nvPr>
        </p:nvSpPr>
        <p:spPr>
          <a:xfrm>
            <a:off x="2768150" y="1926200"/>
            <a:ext cx="15189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59" name="Google Shape;159;p16"/>
          <p:cNvSpPr txBox="1"/>
          <p:nvPr>
            <p:ph idx="3" type="title"/>
          </p:nvPr>
        </p:nvSpPr>
        <p:spPr>
          <a:xfrm>
            <a:off x="4609425" y="1926200"/>
            <a:ext cx="16200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60" name="Google Shape;160;p16"/>
          <p:cNvSpPr txBox="1"/>
          <p:nvPr>
            <p:ph idx="4" type="title"/>
          </p:nvPr>
        </p:nvSpPr>
        <p:spPr>
          <a:xfrm>
            <a:off x="2876400" y="4053150"/>
            <a:ext cx="13767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1" name="Google Shape;161;p16"/>
          <p:cNvSpPr txBox="1"/>
          <p:nvPr>
            <p:ph idx="5" type="title"/>
          </p:nvPr>
        </p:nvSpPr>
        <p:spPr>
          <a:xfrm>
            <a:off x="6564575" y="4053150"/>
            <a:ext cx="13767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2" name="Google Shape;162;p16"/>
          <p:cNvSpPr txBox="1"/>
          <p:nvPr>
            <p:ph idx="6" type="title"/>
          </p:nvPr>
        </p:nvSpPr>
        <p:spPr>
          <a:xfrm>
            <a:off x="966625" y="2228000"/>
            <a:ext cx="12945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7" type="title"/>
          </p:nvPr>
        </p:nvSpPr>
        <p:spPr>
          <a:xfrm>
            <a:off x="2768161" y="2228000"/>
            <a:ext cx="12945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4" name="Google Shape;164;p16"/>
          <p:cNvSpPr txBox="1"/>
          <p:nvPr>
            <p:ph idx="8" type="title"/>
          </p:nvPr>
        </p:nvSpPr>
        <p:spPr>
          <a:xfrm>
            <a:off x="4609425" y="2228000"/>
            <a:ext cx="13767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9" type="title"/>
          </p:nvPr>
        </p:nvSpPr>
        <p:spPr>
          <a:xfrm>
            <a:off x="6437300" y="1926200"/>
            <a:ext cx="13767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66" name="Google Shape;166;p16"/>
          <p:cNvSpPr txBox="1"/>
          <p:nvPr>
            <p:ph idx="13" type="title"/>
          </p:nvPr>
        </p:nvSpPr>
        <p:spPr>
          <a:xfrm>
            <a:off x="6437293" y="2228000"/>
            <a:ext cx="12444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7" name="Google Shape;167;p16"/>
          <p:cNvSpPr txBox="1"/>
          <p:nvPr>
            <p:ph idx="14" type="title"/>
          </p:nvPr>
        </p:nvSpPr>
        <p:spPr>
          <a:xfrm>
            <a:off x="474675" y="467679"/>
            <a:ext cx="3593100" cy="1008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3">
  <p:cSld name="BLANK_1_1_1_1_1_1_1_1_1_1_1_1_1_1_2">
    <p:bg>
      <p:bgPr>
        <a:solidFill>
          <a:schemeClr val="lt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/>
          <p:nvPr/>
        </p:nvSpPr>
        <p:spPr>
          <a:xfrm>
            <a:off x="2070256" y="436468"/>
            <a:ext cx="4729500" cy="4415700"/>
          </a:xfrm>
          <a:prstGeom prst="snip1Rect">
            <a:avLst>
              <a:gd fmla="val 12424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847072" y="436468"/>
            <a:ext cx="4729500" cy="4415700"/>
          </a:xfrm>
          <a:prstGeom prst="snip1Rect">
            <a:avLst>
              <a:gd fmla="val 12424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203824" y="436468"/>
            <a:ext cx="4729500" cy="4415700"/>
          </a:xfrm>
          <a:prstGeom prst="snip1Rect">
            <a:avLst>
              <a:gd fmla="val 12424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0" y="432050"/>
            <a:ext cx="4665600" cy="4689000"/>
          </a:xfrm>
          <a:prstGeom prst="snip1Rect">
            <a:avLst>
              <a:gd fmla="val 1153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3" name="Google Shape;173;p17"/>
          <p:cNvSpPr txBox="1"/>
          <p:nvPr>
            <p:ph type="title"/>
          </p:nvPr>
        </p:nvSpPr>
        <p:spPr>
          <a:xfrm>
            <a:off x="443725" y="920775"/>
            <a:ext cx="3730500" cy="1095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74" name="Google Shape;174;p17"/>
          <p:cNvSpPr/>
          <p:nvPr/>
        </p:nvSpPr>
        <p:spPr>
          <a:xfrm>
            <a:off x="24725" y="2393073"/>
            <a:ext cx="9144000" cy="2750400"/>
          </a:xfrm>
          <a:prstGeom prst="snip1Rect">
            <a:avLst>
              <a:gd fmla="val 15953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0" y="2393075"/>
            <a:ext cx="3186600" cy="275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6" name="Google Shape;176;p17"/>
          <p:cNvSpPr txBox="1"/>
          <p:nvPr>
            <p:ph idx="2" type="title"/>
          </p:nvPr>
        </p:nvSpPr>
        <p:spPr>
          <a:xfrm>
            <a:off x="507250" y="2657169"/>
            <a:ext cx="2344800" cy="44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7" name="Google Shape;177;p17"/>
          <p:cNvSpPr txBox="1"/>
          <p:nvPr>
            <p:ph idx="3" type="title"/>
          </p:nvPr>
        </p:nvSpPr>
        <p:spPr>
          <a:xfrm>
            <a:off x="454725" y="1387875"/>
            <a:ext cx="3109200" cy="708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4" type="title"/>
          </p:nvPr>
        </p:nvSpPr>
        <p:spPr>
          <a:xfrm>
            <a:off x="507250" y="3648688"/>
            <a:ext cx="21378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79" name="Google Shape;179;p17"/>
          <p:cNvSpPr txBox="1"/>
          <p:nvPr>
            <p:ph idx="5" type="title"/>
          </p:nvPr>
        </p:nvSpPr>
        <p:spPr>
          <a:xfrm>
            <a:off x="507250" y="3960850"/>
            <a:ext cx="2242500" cy="708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0" name="Google Shape;180;p17"/>
          <p:cNvSpPr txBox="1"/>
          <p:nvPr>
            <p:ph idx="6" type="title"/>
          </p:nvPr>
        </p:nvSpPr>
        <p:spPr>
          <a:xfrm>
            <a:off x="507250" y="2950200"/>
            <a:ext cx="2242500" cy="643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1" name="Google Shape;181;p17"/>
          <p:cNvSpPr txBox="1"/>
          <p:nvPr>
            <p:ph idx="7" type="title"/>
          </p:nvPr>
        </p:nvSpPr>
        <p:spPr>
          <a:xfrm>
            <a:off x="5654225" y="2657175"/>
            <a:ext cx="961200" cy="40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82" name="Google Shape;182;p17"/>
          <p:cNvSpPr txBox="1"/>
          <p:nvPr>
            <p:ph idx="8" type="title"/>
          </p:nvPr>
        </p:nvSpPr>
        <p:spPr>
          <a:xfrm>
            <a:off x="7295800" y="2657175"/>
            <a:ext cx="1109100" cy="40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83" name="Google Shape;183;p17"/>
          <p:cNvSpPr txBox="1"/>
          <p:nvPr>
            <p:ph idx="9" type="title"/>
          </p:nvPr>
        </p:nvSpPr>
        <p:spPr>
          <a:xfrm>
            <a:off x="3958525" y="2657175"/>
            <a:ext cx="1003500" cy="40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84" name="Google Shape;184;p17"/>
          <p:cNvSpPr txBox="1"/>
          <p:nvPr>
            <p:ph idx="13" type="title"/>
          </p:nvPr>
        </p:nvSpPr>
        <p:spPr>
          <a:xfrm>
            <a:off x="3477950" y="3170975"/>
            <a:ext cx="1583400" cy="643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5" name="Google Shape;185;p17"/>
          <p:cNvSpPr txBox="1"/>
          <p:nvPr>
            <p:ph idx="14" type="title"/>
          </p:nvPr>
        </p:nvSpPr>
        <p:spPr>
          <a:xfrm>
            <a:off x="5156125" y="3170975"/>
            <a:ext cx="15516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6" name="Google Shape;186;p17"/>
          <p:cNvSpPr txBox="1"/>
          <p:nvPr>
            <p:ph idx="15" type="title"/>
          </p:nvPr>
        </p:nvSpPr>
        <p:spPr>
          <a:xfrm>
            <a:off x="6837850" y="3170975"/>
            <a:ext cx="2022000" cy="1596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7" name="Google Shape;187;p17"/>
          <p:cNvSpPr txBox="1"/>
          <p:nvPr>
            <p:ph idx="16" type="title"/>
          </p:nvPr>
        </p:nvSpPr>
        <p:spPr>
          <a:xfrm>
            <a:off x="3624875" y="4016425"/>
            <a:ext cx="1436400" cy="750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8" name="Google Shape;188;p17"/>
          <p:cNvSpPr txBox="1"/>
          <p:nvPr>
            <p:ph idx="17" type="title"/>
          </p:nvPr>
        </p:nvSpPr>
        <p:spPr>
          <a:xfrm>
            <a:off x="5303050" y="4016425"/>
            <a:ext cx="1404600" cy="750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4">
  <p:cSld name="CUSTOM_5_1">
    <p:bg>
      <p:bgPr>
        <a:solidFill>
          <a:schemeClr val="lt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"/>
          <p:cNvSpPr/>
          <p:nvPr/>
        </p:nvSpPr>
        <p:spPr>
          <a:xfrm>
            <a:off x="1067025" y="437190"/>
            <a:ext cx="7197300" cy="3865800"/>
          </a:xfrm>
          <a:prstGeom prst="snip1Rect">
            <a:avLst>
              <a:gd fmla="val 11506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1491600" y="1330871"/>
            <a:ext cx="7197300" cy="3674400"/>
          </a:xfrm>
          <a:prstGeom prst="snip1Rect">
            <a:avLst>
              <a:gd fmla="val 11506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114875" y="875230"/>
            <a:ext cx="7197300" cy="3977100"/>
          </a:xfrm>
          <a:prstGeom prst="snip1Rect">
            <a:avLst>
              <a:gd fmla="val 11506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-8050" y="432050"/>
            <a:ext cx="3686700" cy="4689000"/>
          </a:xfrm>
          <a:prstGeom prst="snip1Rect">
            <a:avLst>
              <a:gd fmla="val 1153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94" name="Google Shape;194;p18"/>
          <p:cNvSpPr txBox="1"/>
          <p:nvPr>
            <p:ph type="title"/>
          </p:nvPr>
        </p:nvSpPr>
        <p:spPr>
          <a:xfrm>
            <a:off x="451900" y="843775"/>
            <a:ext cx="29682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95" name="Google Shape;195;p18"/>
          <p:cNvSpPr txBox="1"/>
          <p:nvPr>
            <p:ph idx="1" type="subTitle"/>
          </p:nvPr>
        </p:nvSpPr>
        <p:spPr>
          <a:xfrm>
            <a:off x="478650" y="2476500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6" name="Google Shape;196;p18"/>
          <p:cNvSpPr txBox="1"/>
          <p:nvPr>
            <p:ph idx="2" type="title"/>
          </p:nvPr>
        </p:nvSpPr>
        <p:spPr>
          <a:xfrm>
            <a:off x="488175" y="2044800"/>
            <a:ext cx="14520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97" name="Google Shape;197;p18"/>
          <p:cNvSpPr txBox="1"/>
          <p:nvPr>
            <p:ph idx="3" type="subTitle"/>
          </p:nvPr>
        </p:nvSpPr>
        <p:spPr>
          <a:xfrm>
            <a:off x="2102625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8" name="Google Shape;198;p18"/>
          <p:cNvSpPr txBox="1"/>
          <p:nvPr>
            <p:ph idx="4" type="title"/>
          </p:nvPr>
        </p:nvSpPr>
        <p:spPr>
          <a:xfrm>
            <a:off x="2102625" y="2044800"/>
            <a:ext cx="15825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99" name="Google Shape;199;p18"/>
          <p:cNvSpPr txBox="1"/>
          <p:nvPr>
            <p:ph idx="5" type="subTitle"/>
          </p:nvPr>
        </p:nvSpPr>
        <p:spPr>
          <a:xfrm>
            <a:off x="3875050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0" name="Google Shape;200;p18"/>
          <p:cNvSpPr txBox="1"/>
          <p:nvPr>
            <p:ph idx="6" type="title"/>
          </p:nvPr>
        </p:nvSpPr>
        <p:spPr>
          <a:xfrm>
            <a:off x="3875051" y="2044800"/>
            <a:ext cx="15579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1" name="Google Shape;201;p18"/>
          <p:cNvSpPr txBox="1"/>
          <p:nvPr>
            <p:ph idx="7" type="subTitle"/>
          </p:nvPr>
        </p:nvSpPr>
        <p:spPr>
          <a:xfrm>
            <a:off x="5618263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2" name="Google Shape;202;p18"/>
          <p:cNvSpPr txBox="1"/>
          <p:nvPr>
            <p:ph idx="8" type="title"/>
          </p:nvPr>
        </p:nvSpPr>
        <p:spPr>
          <a:xfrm>
            <a:off x="5618275" y="2044800"/>
            <a:ext cx="15579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3" name="Google Shape;203;p18"/>
          <p:cNvSpPr txBox="1"/>
          <p:nvPr>
            <p:ph idx="9" type="subTitle"/>
          </p:nvPr>
        </p:nvSpPr>
        <p:spPr>
          <a:xfrm>
            <a:off x="7354438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4" name="Google Shape;204;p18"/>
          <p:cNvSpPr txBox="1"/>
          <p:nvPr>
            <p:ph idx="13" type="title"/>
          </p:nvPr>
        </p:nvSpPr>
        <p:spPr>
          <a:xfrm>
            <a:off x="7354449" y="2044799"/>
            <a:ext cx="17976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5" name="Google Shape;205;p18"/>
          <p:cNvSpPr txBox="1"/>
          <p:nvPr>
            <p:ph idx="14" type="subTitle"/>
          </p:nvPr>
        </p:nvSpPr>
        <p:spPr>
          <a:xfrm>
            <a:off x="478650" y="3104100"/>
            <a:ext cx="1452000" cy="61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6" name="Google Shape;206;p18"/>
          <p:cNvSpPr txBox="1"/>
          <p:nvPr>
            <p:ph idx="15" type="subTitle"/>
          </p:nvPr>
        </p:nvSpPr>
        <p:spPr>
          <a:xfrm>
            <a:off x="2102625" y="3104100"/>
            <a:ext cx="1582500" cy="64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7" name="Google Shape;207;p18"/>
          <p:cNvSpPr txBox="1"/>
          <p:nvPr>
            <p:ph idx="16" type="subTitle"/>
          </p:nvPr>
        </p:nvSpPr>
        <p:spPr>
          <a:xfrm>
            <a:off x="5618275" y="3104109"/>
            <a:ext cx="12384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8" name="Google Shape;208;p18"/>
          <p:cNvSpPr txBox="1"/>
          <p:nvPr>
            <p:ph idx="17" type="subTitle"/>
          </p:nvPr>
        </p:nvSpPr>
        <p:spPr>
          <a:xfrm>
            <a:off x="7354450" y="3104109"/>
            <a:ext cx="12384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18"/>
          <p:cNvSpPr txBox="1"/>
          <p:nvPr>
            <p:ph idx="18" type="subTitle"/>
          </p:nvPr>
        </p:nvSpPr>
        <p:spPr>
          <a:xfrm>
            <a:off x="625400" y="3960650"/>
            <a:ext cx="11397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0" name="Google Shape;210;p18"/>
          <p:cNvSpPr txBox="1"/>
          <p:nvPr>
            <p:ph idx="19" type="subTitle"/>
          </p:nvPr>
        </p:nvSpPr>
        <p:spPr>
          <a:xfrm>
            <a:off x="2239700" y="3960657"/>
            <a:ext cx="1139700" cy="8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1" name="Google Shape;211;p18"/>
          <p:cNvSpPr txBox="1"/>
          <p:nvPr>
            <p:ph idx="20" type="subTitle"/>
          </p:nvPr>
        </p:nvSpPr>
        <p:spPr>
          <a:xfrm>
            <a:off x="4021800" y="3960660"/>
            <a:ext cx="1139700" cy="897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2" name="Google Shape;212;p18"/>
          <p:cNvSpPr txBox="1"/>
          <p:nvPr>
            <p:ph idx="21" type="subTitle"/>
          </p:nvPr>
        </p:nvSpPr>
        <p:spPr>
          <a:xfrm>
            <a:off x="5765025" y="3960650"/>
            <a:ext cx="1411200" cy="897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3" name="Google Shape;213;p18"/>
          <p:cNvSpPr txBox="1"/>
          <p:nvPr>
            <p:ph idx="22" type="subTitle"/>
          </p:nvPr>
        </p:nvSpPr>
        <p:spPr>
          <a:xfrm>
            <a:off x="7491550" y="3960657"/>
            <a:ext cx="1139700" cy="774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4" name="Google Shape;214;p18"/>
          <p:cNvSpPr txBox="1"/>
          <p:nvPr>
            <p:ph idx="23" type="subTitle"/>
          </p:nvPr>
        </p:nvSpPr>
        <p:spPr>
          <a:xfrm>
            <a:off x="3875050" y="3104100"/>
            <a:ext cx="15579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1">
  <p:cSld name="CUSTOM_5_1_1_1_4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9"/>
          <p:cNvSpPr/>
          <p:nvPr>
            <p:ph idx="2" type="pic"/>
          </p:nvPr>
        </p:nvSpPr>
        <p:spPr>
          <a:xfrm>
            <a:off x="-1600" y="1969350"/>
            <a:ext cx="9144000" cy="3174600"/>
          </a:xfrm>
          <a:prstGeom prst="snip1Rect">
            <a:avLst>
              <a:gd fmla="val 19548" name="adj"/>
            </a:avLst>
          </a:prstGeom>
          <a:noFill/>
          <a:ln>
            <a:noFill/>
          </a:ln>
        </p:spPr>
      </p:sp>
      <p:sp>
        <p:nvSpPr>
          <p:cNvPr id="217" name="Google Shape;217;p19"/>
          <p:cNvSpPr txBox="1"/>
          <p:nvPr>
            <p:ph type="title"/>
          </p:nvPr>
        </p:nvSpPr>
        <p:spPr>
          <a:xfrm>
            <a:off x="5254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8" name="Google Shape;218;p19"/>
          <p:cNvSpPr txBox="1"/>
          <p:nvPr>
            <p:ph idx="1" type="body"/>
          </p:nvPr>
        </p:nvSpPr>
        <p:spPr>
          <a:xfrm>
            <a:off x="5254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9" name="Google Shape;219;p19"/>
          <p:cNvSpPr txBox="1"/>
          <p:nvPr>
            <p:ph idx="3" type="title"/>
          </p:nvPr>
        </p:nvSpPr>
        <p:spPr>
          <a:xfrm>
            <a:off x="24096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0" name="Google Shape;220;p19"/>
          <p:cNvSpPr txBox="1"/>
          <p:nvPr>
            <p:ph idx="4" type="body"/>
          </p:nvPr>
        </p:nvSpPr>
        <p:spPr>
          <a:xfrm>
            <a:off x="24096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1" name="Google Shape;221;p19"/>
          <p:cNvSpPr txBox="1"/>
          <p:nvPr>
            <p:ph idx="5" type="title"/>
          </p:nvPr>
        </p:nvSpPr>
        <p:spPr>
          <a:xfrm>
            <a:off x="42938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2" name="Google Shape;222;p19"/>
          <p:cNvSpPr txBox="1"/>
          <p:nvPr>
            <p:ph idx="6" type="body"/>
          </p:nvPr>
        </p:nvSpPr>
        <p:spPr>
          <a:xfrm>
            <a:off x="42938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3" name="Google Shape;223;p19"/>
          <p:cNvSpPr txBox="1"/>
          <p:nvPr>
            <p:ph idx="7" type="title"/>
          </p:nvPr>
        </p:nvSpPr>
        <p:spPr>
          <a:xfrm>
            <a:off x="61780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4" name="Google Shape;224;p19"/>
          <p:cNvSpPr txBox="1"/>
          <p:nvPr>
            <p:ph idx="8" type="body"/>
          </p:nvPr>
        </p:nvSpPr>
        <p:spPr>
          <a:xfrm>
            <a:off x="61780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5" name="Google Shape;225;p19"/>
          <p:cNvSpPr txBox="1"/>
          <p:nvPr>
            <p:ph idx="9" type="subTitle"/>
          </p:nvPr>
        </p:nvSpPr>
        <p:spPr>
          <a:xfrm>
            <a:off x="24096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26" name="Google Shape;226;p19"/>
          <p:cNvSpPr txBox="1"/>
          <p:nvPr>
            <p:ph idx="13" type="subTitle"/>
          </p:nvPr>
        </p:nvSpPr>
        <p:spPr>
          <a:xfrm>
            <a:off x="5254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27" name="Google Shape;227;p19"/>
          <p:cNvSpPr txBox="1"/>
          <p:nvPr>
            <p:ph idx="14" type="subTitle"/>
          </p:nvPr>
        </p:nvSpPr>
        <p:spPr>
          <a:xfrm>
            <a:off x="42938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28" name="Google Shape;228;p19"/>
          <p:cNvSpPr txBox="1"/>
          <p:nvPr>
            <p:ph idx="15" type="subTitle"/>
          </p:nvPr>
        </p:nvSpPr>
        <p:spPr>
          <a:xfrm>
            <a:off x="61780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29" name="Google Shape;229;p19"/>
          <p:cNvSpPr txBox="1"/>
          <p:nvPr>
            <p:ph idx="16"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30" name="Google Shape;230;p19"/>
          <p:cNvSpPr txBox="1"/>
          <p:nvPr>
            <p:ph idx="17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4">
  <p:cSld name="CUSTOM_5_1_1_1_1">
    <p:bg>
      <p:bgPr>
        <a:solidFill>
          <a:schemeClr val="lt1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0"/>
          <p:cNvSpPr txBox="1"/>
          <p:nvPr/>
        </p:nvSpPr>
        <p:spPr>
          <a:xfrm>
            <a:off x="8578200" y="4960647"/>
            <a:ext cx="281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lang="en" sz="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3" name="Google Shape;233;p20"/>
          <p:cNvSpPr txBox="1"/>
          <p:nvPr>
            <p:ph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34" name="Google Shape;234;p20"/>
          <p:cNvSpPr txBox="1"/>
          <p:nvPr>
            <p:ph idx="1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35" name="Google Shape;235;p20"/>
          <p:cNvSpPr txBox="1"/>
          <p:nvPr>
            <p:ph idx="2" type="title"/>
          </p:nvPr>
        </p:nvSpPr>
        <p:spPr>
          <a:xfrm>
            <a:off x="602600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36" name="Google Shape;236;p20"/>
          <p:cNvSpPr txBox="1"/>
          <p:nvPr>
            <p:ph idx="3" type="body"/>
          </p:nvPr>
        </p:nvSpPr>
        <p:spPr>
          <a:xfrm>
            <a:off x="602600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37" name="Google Shape;237;p20"/>
          <p:cNvSpPr txBox="1"/>
          <p:nvPr>
            <p:ph idx="4" type="title"/>
          </p:nvPr>
        </p:nvSpPr>
        <p:spPr>
          <a:xfrm>
            <a:off x="2253138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38" name="Google Shape;238;p20"/>
          <p:cNvSpPr txBox="1"/>
          <p:nvPr>
            <p:ph idx="5" type="body"/>
          </p:nvPr>
        </p:nvSpPr>
        <p:spPr>
          <a:xfrm>
            <a:off x="2253138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39" name="Google Shape;239;p20"/>
          <p:cNvSpPr txBox="1"/>
          <p:nvPr>
            <p:ph idx="6" type="title"/>
          </p:nvPr>
        </p:nvSpPr>
        <p:spPr>
          <a:xfrm>
            <a:off x="3903575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40" name="Google Shape;240;p20"/>
          <p:cNvSpPr txBox="1"/>
          <p:nvPr>
            <p:ph idx="7" type="body"/>
          </p:nvPr>
        </p:nvSpPr>
        <p:spPr>
          <a:xfrm>
            <a:off x="3903575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41" name="Google Shape;241;p20"/>
          <p:cNvSpPr txBox="1"/>
          <p:nvPr>
            <p:ph idx="8" type="title"/>
          </p:nvPr>
        </p:nvSpPr>
        <p:spPr>
          <a:xfrm>
            <a:off x="5554050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42" name="Google Shape;242;p20"/>
          <p:cNvSpPr txBox="1"/>
          <p:nvPr>
            <p:ph idx="9" type="body"/>
          </p:nvPr>
        </p:nvSpPr>
        <p:spPr>
          <a:xfrm>
            <a:off x="5554050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43" name="Google Shape;243;p20"/>
          <p:cNvSpPr txBox="1"/>
          <p:nvPr>
            <p:ph idx="13" type="title"/>
          </p:nvPr>
        </p:nvSpPr>
        <p:spPr>
          <a:xfrm>
            <a:off x="7204500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44" name="Google Shape;244;p20"/>
          <p:cNvSpPr txBox="1"/>
          <p:nvPr>
            <p:ph idx="14" type="body"/>
          </p:nvPr>
        </p:nvSpPr>
        <p:spPr>
          <a:xfrm>
            <a:off x="7204500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CUSTOM_3">
    <p:bg>
      <p:bgPr>
        <a:solidFill>
          <a:schemeClr val="accent4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1"/>
          <p:cNvSpPr/>
          <p:nvPr/>
        </p:nvSpPr>
        <p:spPr>
          <a:xfrm>
            <a:off x="0" y="0"/>
            <a:ext cx="55215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47" name="Google Shape;247;p21"/>
          <p:cNvSpPr txBox="1"/>
          <p:nvPr>
            <p:ph idx="1" type="subTitle"/>
          </p:nvPr>
        </p:nvSpPr>
        <p:spPr>
          <a:xfrm>
            <a:off x="462950" y="41990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1"/>
          <p:cNvSpPr txBox="1"/>
          <p:nvPr>
            <p:ph type="title"/>
          </p:nvPr>
        </p:nvSpPr>
        <p:spPr>
          <a:xfrm>
            <a:off x="459325" y="1827800"/>
            <a:ext cx="3977700" cy="61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49" name="Google Shape;249;p21"/>
          <p:cNvSpPr txBox="1"/>
          <p:nvPr>
            <p:ph idx="2" type="title"/>
          </p:nvPr>
        </p:nvSpPr>
        <p:spPr>
          <a:xfrm>
            <a:off x="642250" y="2940425"/>
            <a:ext cx="1927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50" name="Google Shape;250;p21"/>
          <p:cNvSpPr txBox="1"/>
          <p:nvPr>
            <p:ph idx="3" type="title"/>
          </p:nvPr>
        </p:nvSpPr>
        <p:spPr>
          <a:xfrm>
            <a:off x="639625" y="3619500"/>
            <a:ext cx="2212500" cy="11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1" name="Google Shape;251;p21"/>
          <p:cNvSpPr txBox="1"/>
          <p:nvPr>
            <p:ph idx="4" type="title"/>
          </p:nvPr>
        </p:nvSpPr>
        <p:spPr>
          <a:xfrm>
            <a:off x="3222225" y="2940425"/>
            <a:ext cx="1927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52" name="Google Shape;252;p21"/>
          <p:cNvSpPr txBox="1"/>
          <p:nvPr>
            <p:ph idx="5" type="title"/>
          </p:nvPr>
        </p:nvSpPr>
        <p:spPr>
          <a:xfrm>
            <a:off x="3219600" y="3619500"/>
            <a:ext cx="2212500" cy="11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3" name="Google Shape;253;p21"/>
          <p:cNvSpPr txBox="1"/>
          <p:nvPr>
            <p:ph idx="6" type="title"/>
          </p:nvPr>
        </p:nvSpPr>
        <p:spPr>
          <a:xfrm>
            <a:off x="5807450" y="2940425"/>
            <a:ext cx="1927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54" name="Google Shape;254;p21"/>
          <p:cNvSpPr txBox="1"/>
          <p:nvPr>
            <p:ph idx="7" type="title"/>
          </p:nvPr>
        </p:nvSpPr>
        <p:spPr>
          <a:xfrm>
            <a:off x="5804825" y="3619500"/>
            <a:ext cx="2212500" cy="11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5" name="Google Shape;255;p21"/>
          <p:cNvSpPr txBox="1"/>
          <p:nvPr>
            <p:ph idx="8" type="title"/>
          </p:nvPr>
        </p:nvSpPr>
        <p:spPr>
          <a:xfrm>
            <a:off x="459325" y="788000"/>
            <a:ext cx="46482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3">
  <p:cSld name="CUSTOM_5_1_1_1_2">
    <p:bg>
      <p:bgPr>
        <a:solidFill>
          <a:schemeClr val="lt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2"/>
          <p:cNvSpPr txBox="1"/>
          <p:nvPr/>
        </p:nvSpPr>
        <p:spPr>
          <a:xfrm>
            <a:off x="8578200" y="4960647"/>
            <a:ext cx="281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lang="en" sz="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8" name="Google Shape;258;p22"/>
          <p:cNvSpPr txBox="1"/>
          <p:nvPr>
            <p:ph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59" name="Google Shape;259;p22"/>
          <p:cNvSpPr txBox="1"/>
          <p:nvPr>
            <p:ph idx="1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60" name="Google Shape;260;p22"/>
          <p:cNvSpPr txBox="1"/>
          <p:nvPr>
            <p:ph idx="2" type="title"/>
          </p:nvPr>
        </p:nvSpPr>
        <p:spPr>
          <a:xfrm>
            <a:off x="423025" y="2331750"/>
            <a:ext cx="16002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61" name="Google Shape;261;p22"/>
          <p:cNvSpPr txBox="1"/>
          <p:nvPr>
            <p:ph idx="3" type="body"/>
          </p:nvPr>
        </p:nvSpPr>
        <p:spPr>
          <a:xfrm>
            <a:off x="423025" y="2733050"/>
            <a:ext cx="16002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62" name="Google Shape;262;p22"/>
          <p:cNvSpPr txBox="1"/>
          <p:nvPr>
            <p:ph idx="4" type="title"/>
          </p:nvPr>
        </p:nvSpPr>
        <p:spPr>
          <a:xfrm>
            <a:off x="2568575" y="2331750"/>
            <a:ext cx="17223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63" name="Google Shape;263;p22"/>
          <p:cNvSpPr txBox="1"/>
          <p:nvPr>
            <p:ph idx="5" type="body"/>
          </p:nvPr>
        </p:nvSpPr>
        <p:spPr>
          <a:xfrm>
            <a:off x="2568575" y="2733050"/>
            <a:ext cx="17223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64" name="Google Shape;264;p22"/>
          <p:cNvSpPr txBox="1"/>
          <p:nvPr>
            <p:ph idx="6" type="title"/>
          </p:nvPr>
        </p:nvSpPr>
        <p:spPr>
          <a:xfrm>
            <a:off x="4751950" y="2331750"/>
            <a:ext cx="17223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65" name="Google Shape;265;p22"/>
          <p:cNvSpPr txBox="1"/>
          <p:nvPr>
            <p:ph idx="7" type="body"/>
          </p:nvPr>
        </p:nvSpPr>
        <p:spPr>
          <a:xfrm>
            <a:off x="4751950" y="2733050"/>
            <a:ext cx="17223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66" name="Google Shape;266;p22"/>
          <p:cNvSpPr txBox="1"/>
          <p:nvPr>
            <p:ph idx="8" type="title"/>
          </p:nvPr>
        </p:nvSpPr>
        <p:spPr>
          <a:xfrm>
            <a:off x="6909425" y="2331750"/>
            <a:ext cx="17223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67" name="Google Shape;267;p22"/>
          <p:cNvSpPr txBox="1"/>
          <p:nvPr>
            <p:ph idx="9" type="body"/>
          </p:nvPr>
        </p:nvSpPr>
        <p:spPr>
          <a:xfrm>
            <a:off x="6855900" y="2733050"/>
            <a:ext cx="17223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2">
  <p:cSld name="CUSTOM_5_1_1_1_3">
    <p:bg>
      <p:bgPr>
        <a:solidFill>
          <a:schemeClr val="lt1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3"/>
          <p:cNvSpPr txBox="1"/>
          <p:nvPr>
            <p:ph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70" name="Google Shape;270;p23"/>
          <p:cNvSpPr txBox="1"/>
          <p:nvPr>
            <p:ph idx="1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1" name="Google Shape;271;p23"/>
          <p:cNvSpPr txBox="1"/>
          <p:nvPr>
            <p:ph idx="2" type="subTitle"/>
          </p:nvPr>
        </p:nvSpPr>
        <p:spPr>
          <a:xfrm>
            <a:off x="705575" y="2387975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2" name="Google Shape;272;p23"/>
          <p:cNvSpPr txBox="1"/>
          <p:nvPr>
            <p:ph idx="3" type="subTitle"/>
          </p:nvPr>
        </p:nvSpPr>
        <p:spPr>
          <a:xfrm>
            <a:off x="705575" y="2948575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3" name="Google Shape;273;p23"/>
          <p:cNvSpPr txBox="1"/>
          <p:nvPr>
            <p:ph idx="4" type="subTitle"/>
          </p:nvPr>
        </p:nvSpPr>
        <p:spPr>
          <a:xfrm>
            <a:off x="705575" y="3518838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4" name="Google Shape;274;p23"/>
          <p:cNvSpPr txBox="1"/>
          <p:nvPr>
            <p:ph idx="5" type="subTitle"/>
          </p:nvPr>
        </p:nvSpPr>
        <p:spPr>
          <a:xfrm>
            <a:off x="705575" y="4092600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5" name="Google Shape;275;p23"/>
          <p:cNvSpPr txBox="1"/>
          <p:nvPr>
            <p:ph idx="6" type="subTitle"/>
          </p:nvPr>
        </p:nvSpPr>
        <p:spPr>
          <a:xfrm>
            <a:off x="705575" y="4654250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6" name="Google Shape;276;p23"/>
          <p:cNvSpPr txBox="1"/>
          <p:nvPr>
            <p:ph idx="7" type="body"/>
          </p:nvPr>
        </p:nvSpPr>
        <p:spPr>
          <a:xfrm>
            <a:off x="5843600" y="4634675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7" name="Google Shape;277;p23"/>
          <p:cNvSpPr txBox="1"/>
          <p:nvPr>
            <p:ph idx="8" type="body"/>
          </p:nvPr>
        </p:nvSpPr>
        <p:spPr>
          <a:xfrm>
            <a:off x="5843600" y="4088050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8" name="Google Shape;278;p23"/>
          <p:cNvSpPr txBox="1"/>
          <p:nvPr>
            <p:ph idx="9" type="body"/>
          </p:nvPr>
        </p:nvSpPr>
        <p:spPr>
          <a:xfrm>
            <a:off x="5843600" y="3509538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9" name="Google Shape;279;p23"/>
          <p:cNvSpPr txBox="1"/>
          <p:nvPr>
            <p:ph idx="13" type="body"/>
          </p:nvPr>
        </p:nvSpPr>
        <p:spPr>
          <a:xfrm>
            <a:off x="5843600" y="2948725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0" name="Google Shape;280;p23"/>
          <p:cNvSpPr txBox="1"/>
          <p:nvPr>
            <p:ph idx="14" type="title"/>
          </p:nvPr>
        </p:nvSpPr>
        <p:spPr>
          <a:xfrm>
            <a:off x="523500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1" name="Google Shape;281;p23"/>
          <p:cNvSpPr txBox="1"/>
          <p:nvPr>
            <p:ph idx="15" type="title"/>
          </p:nvPr>
        </p:nvSpPr>
        <p:spPr>
          <a:xfrm>
            <a:off x="2227800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2" name="Google Shape;282;p23"/>
          <p:cNvSpPr txBox="1"/>
          <p:nvPr>
            <p:ph idx="16" type="title"/>
          </p:nvPr>
        </p:nvSpPr>
        <p:spPr>
          <a:xfrm>
            <a:off x="3932100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3" name="Google Shape;283;p23"/>
          <p:cNvSpPr txBox="1"/>
          <p:nvPr>
            <p:ph idx="17" type="title"/>
          </p:nvPr>
        </p:nvSpPr>
        <p:spPr>
          <a:xfrm>
            <a:off x="5845325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4" name="Google Shape;284;p23"/>
          <p:cNvSpPr txBox="1"/>
          <p:nvPr>
            <p:ph idx="18" type="body"/>
          </p:nvPr>
        </p:nvSpPr>
        <p:spPr>
          <a:xfrm>
            <a:off x="3930375" y="4634677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5" name="Google Shape;285;p23"/>
          <p:cNvSpPr txBox="1"/>
          <p:nvPr>
            <p:ph idx="19" type="body"/>
          </p:nvPr>
        </p:nvSpPr>
        <p:spPr>
          <a:xfrm>
            <a:off x="3930375" y="408805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6" name="Google Shape;286;p23"/>
          <p:cNvSpPr txBox="1"/>
          <p:nvPr>
            <p:ph idx="20" type="body"/>
          </p:nvPr>
        </p:nvSpPr>
        <p:spPr>
          <a:xfrm>
            <a:off x="3930375" y="350954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7" name="Google Shape;287;p23"/>
          <p:cNvSpPr txBox="1"/>
          <p:nvPr>
            <p:ph idx="21" type="body"/>
          </p:nvPr>
        </p:nvSpPr>
        <p:spPr>
          <a:xfrm>
            <a:off x="3930375" y="294873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8" name="Google Shape;288;p23"/>
          <p:cNvSpPr txBox="1"/>
          <p:nvPr>
            <p:ph idx="22" type="body"/>
          </p:nvPr>
        </p:nvSpPr>
        <p:spPr>
          <a:xfrm>
            <a:off x="2226950" y="4634675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9" name="Google Shape;289;p23"/>
          <p:cNvSpPr txBox="1"/>
          <p:nvPr>
            <p:ph idx="23" type="body"/>
          </p:nvPr>
        </p:nvSpPr>
        <p:spPr>
          <a:xfrm>
            <a:off x="2226950" y="4088053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0" name="Google Shape;290;p23"/>
          <p:cNvSpPr txBox="1"/>
          <p:nvPr>
            <p:ph idx="24" type="body"/>
          </p:nvPr>
        </p:nvSpPr>
        <p:spPr>
          <a:xfrm>
            <a:off x="2226950" y="3509544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1" name="Google Shape;291;p23"/>
          <p:cNvSpPr txBox="1"/>
          <p:nvPr>
            <p:ph idx="25" type="body"/>
          </p:nvPr>
        </p:nvSpPr>
        <p:spPr>
          <a:xfrm>
            <a:off x="2226950" y="2948734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2" name="Google Shape;292;p23"/>
          <p:cNvSpPr txBox="1"/>
          <p:nvPr>
            <p:ph idx="26" type="body"/>
          </p:nvPr>
        </p:nvSpPr>
        <p:spPr>
          <a:xfrm>
            <a:off x="5843600" y="2388163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3" name="Google Shape;293;p23"/>
          <p:cNvSpPr txBox="1"/>
          <p:nvPr>
            <p:ph idx="27" type="body"/>
          </p:nvPr>
        </p:nvSpPr>
        <p:spPr>
          <a:xfrm>
            <a:off x="3930375" y="238817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4" name="Google Shape;294;p23"/>
          <p:cNvSpPr txBox="1"/>
          <p:nvPr>
            <p:ph idx="28" type="body"/>
          </p:nvPr>
        </p:nvSpPr>
        <p:spPr>
          <a:xfrm>
            <a:off x="2226950" y="2388175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0">
  <p:cSld name="CUSTOM_2_1_1">
    <p:bg>
      <p:bgPr>
        <a:solidFill>
          <a:schemeClr val="lt1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4"/>
          <p:cNvSpPr txBox="1"/>
          <p:nvPr>
            <p:ph type="title"/>
          </p:nvPr>
        </p:nvSpPr>
        <p:spPr>
          <a:xfrm>
            <a:off x="5135225" y="2600350"/>
            <a:ext cx="554100" cy="367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97" name="Google Shape;297;p24"/>
          <p:cNvSpPr txBox="1"/>
          <p:nvPr>
            <p:ph idx="2" type="title"/>
          </p:nvPr>
        </p:nvSpPr>
        <p:spPr>
          <a:xfrm>
            <a:off x="5135225" y="3562743"/>
            <a:ext cx="554100" cy="367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98" name="Google Shape;298;p24"/>
          <p:cNvSpPr txBox="1"/>
          <p:nvPr>
            <p:ph idx="3" type="title"/>
          </p:nvPr>
        </p:nvSpPr>
        <p:spPr>
          <a:xfrm>
            <a:off x="5135225" y="4500074"/>
            <a:ext cx="554100" cy="367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99" name="Google Shape;299;p24"/>
          <p:cNvSpPr txBox="1"/>
          <p:nvPr>
            <p:ph idx="4"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00" name="Google Shape;300;p24"/>
          <p:cNvSpPr txBox="1"/>
          <p:nvPr>
            <p:ph idx="1" type="subTitle"/>
          </p:nvPr>
        </p:nvSpPr>
        <p:spPr>
          <a:xfrm>
            <a:off x="446900" y="397650"/>
            <a:ext cx="5344500" cy="309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1" name="Google Shape;301;p24"/>
          <p:cNvSpPr txBox="1"/>
          <p:nvPr>
            <p:ph idx="5" type="body"/>
          </p:nvPr>
        </p:nvSpPr>
        <p:spPr>
          <a:xfrm>
            <a:off x="5761162" y="2472057"/>
            <a:ext cx="2955900" cy="5184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2" name="Google Shape;302;p24"/>
          <p:cNvSpPr txBox="1"/>
          <p:nvPr>
            <p:ph idx="6" type="body"/>
          </p:nvPr>
        </p:nvSpPr>
        <p:spPr>
          <a:xfrm>
            <a:off x="5761162" y="3436244"/>
            <a:ext cx="2955900" cy="5184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3" name="Google Shape;303;p24"/>
          <p:cNvSpPr txBox="1"/>
          <p:nvPr>
            <p:ph idx="7" type="body"/>
          </p:nvPr>
        </p:nvSpPr>
        <p:spPr>
          <a:xfrm>
            <a:off x="5761162" y="4399826"/>
            <a:ext cx="2955900" cy="5184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4" name="Google Shape;304;p24"/>
          <p:cNvSpPr txBox="1"/>
          <p:nvPr>
            <p:ph idx="8" type="body"/>
          </p:nvPr>
        </p:nvSpPr>
        <p:spPr>
          <a:xfrm>
            <a:off x="706399" y="2753996"/>
            <a:ext cx="3288300" cy="1731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330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  <a:defRPr sz="1600">
                <a:solidFill>
                  <a:schemeClr val="accent6"/>
                </a:solidFill>
              </a:defRPr>
            </a:lvl1pPr>
            <a:lvl2pPr indent="-3302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  <a:defRPr sz="1600">
                <a:solidFill>
                  <a:schemeClr val="accent6"/>
                </a:solidFill>
              </a:defRPr>
            </a:lvl2pPr>
            <a:lvl3pPr indent="-3302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■"/>
              <a:defRPr sz="1600">
                <a:solidFill>
                  <a:schemeClr val="accent6"/>
                </a:solidFill>
              </a:defRPr>
            </a:lvl3pPr>
            <a:lvl4pPr indent="-3302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  <a:defRPr sz="1600">
                <a:solidFill>
                  <a:schemeClr val="accent6"/>
                </a:solidFill>
              </a:defRPr>
            </a:lvl4pPr>
            <a:lvl5pPr indent="-3302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  <a:defRPr sz="1600">
                <a:solidFill>
                  <a:schemeClr val="accent6"/>
                </a:solidFill>
              </a:defRPr>
            </a:lvl5pPr>
            <a:lvl6pPr indent="-3302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■"/>
              <a:defRPr sz="1600">
                <a:solidFill>
                  <a:schemeClr val="accent6"/>
                </a:solidFill>
              </a:defRPr>
            </a:lvl6pPr>
            <a:lvl7pPr indent="-3302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  <a:defRPr sz="1600">
                <a:solidFill>
                  <a:schemeClr val="accent6"/>
                </a:solidFill>
              </a:defRPr>
            </a:lvl7pPr>
            <a:lvl8pPr indent="-3302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  <a:defRPr sz="1600">
                <a:solidFill>
                  <a:schemeClr val="accent6"/>
                </a:solidFill>
              </a:defRPr>
            </a:lvl8pPr>
            <a:lvl9pPr indent="-3302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600"/>
              <a:buChar char="■"/>
              <a:defRPr sz="1600"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2">
    <p:bg>
      <p:bgPr>
        <a:solidFill>
          <a:schemeClr val="lt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5"/>
          <p:cNvSpPr/>
          <p:nvPr/>
        </p:nvSpPr>
        <p:spPr>
          <a:xfrm>
            <a:off x="0" y="1088675"/>
            <a:ext cx="3627900" cy="4054800"/>
          </a:xfrm>
          <a:prstGeom prst="snip1Rect">
            <a:avLst>
              <a:gd fmla="val 10918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07" name="Google Shape;307;p25"/>
          <p:cNvSpPr txBox="1"/>
          <p:nvPr>
            <p:ph type="title"/>
          </p:nvPr>
        </p:nvSpPr>
        <p:spPr>
          <a:xfrm>
            <a:off x="446100" y="396225"/>
            <a:ext cx="5101800" cy="853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08" name="Google Shape;308;p25"/>
          <p:cNvSpPr txBox="1"/>
          <p:nvPr>
            <p:ph idx="1" type="body"/>
          </p:nvPr>
        </p:nvSpPr>
        <p:spPr>
          <a:xfrm>
            <a:off x="3869875" y="1390269"/>
            <a:ext cx="3173400" cy="34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9" name="Google Shape;309;p25"/>
          <p:cNvSpPr txBox="1"/>
          <p:nvPr>
            <p:ph idx="2" type="body"/>
          </p:nvPr>
        </p:nvSpPr>
        <p:spPr>
          <a:xfrm>
            <a:off x="474675" y="1390150"/>
            <a:ext cx="2571300" cy="34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9">
  <p:cSld name="CUSTOM_1">
    <p:bg>
      <p:bgPr>
        <a:solidFill>
          <a:schemeClr val="accent1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6"/>
          <p:cNvSpPr/>
          <p:nvPr/>
        </p:nvSpPr>
        <p:spPr>
          <a:xfrm flipH="1">
            <a:off x="433300" y="-6150"/>
            <a:ext cx="8560200" cy="515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12" name="Google Shape;312;p26"/>
          <p:cNvSpPr/>
          <p:nvPr/>
        </p:nvSpPr>
        <p:spPr>
          <a:xfrm flipH="1">
            <a:off x="433300" y="-2175"/>
            <a:ext cx="8415900" cy="515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13" name="Google Shape;313;p26"/>
          <p:cNvSpPr/>
          <p:nvPr/>
        </p:nvSpPr>
        <p:spPr>
          <a:xfrm flipH="1">
            <a:off x="-10550" y="-6150"/>
            <a:ext cx="8710800" cy="5155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14" name="Google Shape;314;p26"/>
          <p:cNvSpPr txBox="1"/>
          <p:nvPr>
            <p:ph type="title"/>
          </p:nvPr>
        </p:nvSpPr>
        <p:spPr>
          <a:xfrm>
            <a:off x="409625" y="401500"/>
            <a:ext cx="4011600" cy="43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15" name="Google Shape;315;p26"/>
          <p:cNvSpPr txBox="1"/>
          <p:nvPr>
            <p:ph idx="2" type="title"/>
          </p:nvPr>
        </p:nvSpPr>
        <p:spPr>
          <a:xfrm>
            <a:off x="420000" y="860450"/>
            <a:ext cx="35112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16" name="Google Shape;316;p26"/>
          <p:cNvSpPr txBox="1"/>
          <p:nvPr>
            <p:ph idx="3" type="title"/>
          </p:nvPr>
        </p:nvSpPr>
        <p:spPr>
          <a:xfrm>
            <a:off x="5128700" y="3896025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17" name="Google Shape;317;p26"/>
          <p:cNvSpPr txBox="1"/>
          <p:nvPr>
            <p:ph idx="1" type="subTitle"/>
          </p:nvPr>
        </p:nvSpPr>
        <p:spPr>
          <a:xfrm>
            <a:off x="7258100" y="3896025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18" name="Google Shape;318;p26"/>
          <p:cNvSpPr txBox="1"/>
          <p:nvPr>
            <p:ph idx="4" type="title"/>
          </p:nvPr>
        </p:nvSpPr>
        <p:spPr>
          <a:xfrm>
            <a:off x="5128700" y="2838325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19" name="Google Shape;319;p26"/>
          <p:cNvSpPr txBox="1"/>
          <p:nvPr>
            <p:ph idx="5" type="subTitle"/>
          </p:nvPr>
        </p:nvSpPr>
        <p:spPr>
          <a:xfrm>
            <a:off x="7258100" y="2838325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20" name="Google Shape;320;p26"/>
          <p:cNvSpPr txBox="1"/>
          <p:nvPr>
            <p:ph idx="6" type="title"/>
          </p:nvPr>
        </p:nvSpPr>
        <p:spPr>
          <a:xfrm>
            <a:off x="5128700" y="1812925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21" name="Google Shape;321;p26"/>
          <p:cNvSpPr txBox="1"/>
          <p:nvPr>
            <p:ph idx="7" type="subTitle"/>
          </p:nvPr>
        </p:nvSpPr>
        <p:spPr>
          <a:xfrm>
            <a:off x="7258100" y="1812925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22" name="Google Shape;322;p26"/>
          <p:cNvSpPr txBox="1"/>
          <p:nvPr>
            <p:ph idx="8" type="title"/>
          </p:nvPr>
        </p:nvSpPr>
        <p:spPr>
          <a:xfrm>
            <a:off x="5128700" y="838600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23" name="Google Shape;323;p26"/>
          <p:cNvSpPr txBox="1"/>
          <p:nvPr>
            <p:ph idx="9" type="subTitle"/>
          </p:nvPr>
        </p:nvSpPr>
        <p:spPr>
          <a:xfrm>
            <a:off x="7258100" y="838600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1_1">
    <p:bg>
      <p:bgPr>
        <a:solidFill>
          <a:schemeClr val="accent1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7"/>
          <p:cNvSpPr/>
          <p:nvPr/>
        </p:nvSpPr>
        <p:spPr>
          <a:xfrm flipH="1">
            <a:off x="433300" y="0"/>
            <a:ext cx="85602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26" name="Google Shape;326;p27"/>
          <p:cNvSpPr/>
          <p:nvPr/>
        </p:nvSpPr>
        <p:spPr>
          <a:xfrm flipH="1">
            <a:off x="433300" y="0"/>
            <a:ext cx="84159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27" name="Google Shape;327;p27"/>
          <p:cNvSpPr/>
          <p:nvPr/>
        </p:nvSpPr>
        <p:spPr>
          <a:xfrm flipH="1">
            <a:off x="-10550" y="0"/>
            <a:ext cx="87108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28" name="Google Shape;328;p27"/>
          <p:cNvSpPr/>
          <p:nvPr/>
        </p:nvSpPr>
        <p:spPr>
          <a:xfrm>
            <a:off x="1504259" y="3582046"/>
            <a:ext cx="3354000" cy="1037700"/>
          </a:xfrm>
          <a:prstGeom prst="snip1Rect">
            <a:avLst>
              <a:gd fmla="val 24462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29" name="Google Shape;329;p27"/>
          <p:cNvSpPr txBox="1"/>
          <p:nvPr>
            <p:ph type="title"/>
          </p:nvPr>
        </p:nvSpPr>
        <p:spPr>
          <a:xfrm>
            <a:off x="2131600" y="3667325"/>
            <a:ext cx="2026500" cy="3672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/>
        </p:txBody>
      </p:sp>
      <p:sp>
        <p:nvSpPr>
          <p:cNvPr id="330" name="Google Shape;330;p27"/>
          <p:cNvSpPr txBox="1"/>
          <p:nvPr>
            <p:ph idx="1" type="subTitle"/>
          </p:nvPr>
        </p:nvSpPr>
        <p:spPr>
          <a:xfrm>
            <a:off x="1917225" y="4072850"/>
            <a:ext cx="2536500" cy="546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1" name="Google Shape;331;p27"/>
          <p:cNvSpPr/>
          <p:nvPr>
            <p:ph idx="2" type="pic"/>
          </p:nvPr>
        </p:nvSpPr>
        <p:spPr>
          <a:xfrm>
            <a:off x="387475" y="3575855"/>
            <a:ext cx="1309500" cy="10500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32" name="Google Shape;332;p27"/>
          <p:cNvSpPr txBox="1"/>
          <p:nvPr>
            <p:ph idx="3" type="title"/>
          </p:nvPr>
        </p:nvSpPr>
        <p:spPr>
          <a:xfrm>
            <a:off x="409500" y="1578275"/>
            <a:ext cx="33540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33" name="Google Shape;333;p27"/>
          <p:cNvSpPr txBox="1"/>
          <p:nvPr>
            <p:ph idx="4" type="title"/>
          </p:nvPr>
        </p:nvSpPr>
        <p:spPr>
          <a:xfrm>
            <a:off x="409500" y="401500"/>
            <a:ext cx="3748500" cy="1091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8" name="Google Shape;338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3" name="Google Shape;343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48" name="Google Shape;348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49" name="Google Shape;349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54" name="Google Shape;354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8" name="Google Shape;358;p3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9" name="Google Shape;359;p3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0" name="Google Shape;360;p3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1" name="Google Shape;361;p3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2" name="Google Shape;362;p3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3" name="Google Shape;363;p3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6" name="Google Shape;366;p3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67" name="Google Shape;367;p3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0" name="Google Shape;370;p3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1" name="Google Shape;371;p3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2" name="Google Shape;372;p3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3" name="Google Shape;373;p3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6" name="Google Shape;376;p4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7" name="Google Shape;377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8" name="Google Shape;378;p4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9" name="Google Shape;379;p4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0" name="Google Shape;380;p4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1" name="Google Shape;381;p4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4" name="Google Shape;384;p4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5" name="Google Shape;385;p4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6" name="Google Shape;386;p4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7" name="Google Shape;387;p4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8" name="Google Shape;388;p4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9" name="Google Shape;389;p4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0" name="Google Shape;390;p4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1" name="Google Shape;391;p4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4" name="Google Shape;394;p4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7" name="Google Shape;397;p4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98" name="Google Shape;398;p4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99" name="Google Shape;399;p4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0" name="Google Shape;40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1" name="Google Shape;401;p4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2" name="Google Shape;402;p4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5" name="Google Shape;405;p4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06" name="Google Shape;406;p4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07" name="Google Shape;407;p4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8" name="Google Shape;408;p4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09" name="Google Shape;409;p4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0" name="Google Shape;41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1" name="Google Shape;411;p4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2" name="Google Shape;412;p4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3" name="Google Shape;413;p4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8" name="Google Shape;418;p4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9" name="Google Shape;419;p4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0" name="Google Shape;420;p4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1" name="Google Shape;421;p4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2" name="Google Shape;422;p4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3" name="Google Shape;423;p4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4" name="Google Shape;424;p4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2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84700" y="460250"/>
            <a:ext cx="85746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3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84700" y="1299725"/>
            <a:ext cx="61539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2100" lvl="1" marL="914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○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2100" lvl="2" marL="1371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■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2100" lvl="3" marL="18288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2100" lvl="4" marL="22860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○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2100" lvl="5" marL="27432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■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2100" lvl="6" marL="3200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2100" lvl="7" marL="3657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○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2100" lvl="8" marL="411480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000"/>
              <a:buFont typeface="Lato"/>
              <a:buChar char="■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99">
          <p15:clr>
            <a:schemeClr val="accent1"/>
          </p15:clr>
        </p15:guide>
        <p15:guide id="2" orient="horz" pos="899">
          <p15:clr>
            <a:schemeClr val="accent1"/>
          </p15:clr>
        </p15:guide>
        <p15:guide id="3" orient="horz" pos="960">
          <p15:clr>
            <a:schemeClr val="accent1"/>
          </p15:clr>
        </p15:guide>
        <p15:guide id="4" orient="horz" pos="1560">
          <p15:clr>
            <a:schemeClr val="accent1"/>
          </p15:clr>
        </p15:guide>
        <p15:guide id="5" orient="horz" pos="1620">
          <p15:clr>
            <a:schemeClr val="accent1"/>
          </p15:clr>
        </p15:guide>
        <p15:guide id="6" orient="horz" pos="2280">
          <p15:clr>
            <a:schemeClr val="accent1"/>
          </p15:clr>
        </p15:guide>
        <p15:guide id="7" orient="horz" pos="2341">
          <p15:clr>
            <a:schemeClr val="accent1"/>
          </p15:clr>
        </p15:guide>
        <p15:guide id="8" pos="299">
          <p15:clr>
            <a:schemeClr val="accent1"/>
          </p15:clr>
        </p15:guide>
        <p15:guide id="9" pos="1559">
          <p15:clr>
            <a:schemeClr val="accent1"/>
          </p15:clr>
        </p15:guide>
        <p15:guide id="10" pos="1618">
          <p15:clr>
            <a:schemeClr val="accent1"/>
          </p15:clr>
        </p15:guide>
        <p15:guide id="11" pos="1981">
          <p15:clr>
            <a:schemeClr val="accent2"/>
          </p15:clr>
        </p15:guide>
        <p15:guide id="12" pos="2039">
          <p15:clr>
            <a:schemeClr val="accent2"/>
          </p15:clr>
        </p15:guide>
        <p15:guide id="13" pos="2880">
          <p15:clr>
            <a:schemeClr val="accent1"/>
          </p15:clr>
        </p15:guide>
        <p15:guide id="14" pos="2939">
          <p15:clr>
            <a:schemeClr val="accent1"/>
          </p15:clr>
        </p15:guide>
        <p15:guide id="15" pos="3719">
          <p15:clr>
            <a:schemeClr val="accent2"/>
          </p15:clr>
        </p15:guide>
        <p15:guide id="16" pos="3779">
          <p15:clr>
            <a:schemeClr val="accent2"/>
          </p15:clr>
        </p15:guide>
        <p15:guide id="17" pos="4140">
          <p15:clr>
            <a:schemeClr val="accent1"/>
          </p15:clr>
        </p15:guide>
        <p15:guide id="18" pos="4199">
          <p15:clr>
            <a:schemeClr val="accent1"/>
          </p15:clr>
        </p15:guide>
        <p15:guide id="19" pos="5459">
          <p15:clr>
            <a:schemeClr val="accent1"/>
          </p15:clr>
        </p15:guide>
        <p15:guide id="20" orient="horz" pos="2941">
          <p15:clr>
            <a:schemeClr val="accent1"/>
          </p15:clr>
        </p15:guide>
        <p15:guide id="21" pos="179">
          <p15:clr>
            <a:srgbClr val="EA4335"/>
          </p15:clr>
        </p15:guide>
        <p15:guide id="22" orient="horz" pos="180">
          <p15:clr>
            <a:srgbClr val="EA4335"/>
          </p15:clr>
        </p15:guide>
        <p15:guide id="23" pos="5581">
          <p15:clr>
            <a:srgbClr val="EA4335"/>
          </p15:clr>
        </p15:guide>
        <p15:guide id="24" orient="horz" pos="306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7"/>
          <p:cNvSpPr txBox="1"/>
          <p:nvPr>
            <p:ph idx="1" type="subTitle"/>
          </p:nvPr>
        </p:nvSpPr>
        <p:spPr>
          <a:xfrm>
            <a:off x="2741625" y="4442500"/>
            <a:ext cx="25788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900">
                <a:latin typeface="Playfair Display"/>
                <a:ea typeface="Playfair Display"/>
                <a:cs typeface="Playfair Display"/>
                <a:sym typeface="Playfair Display"/>
              </a:rPr>
              <a:t>Ishita Srivastava</a:t>
            </a:r>
            <a:endParaRPr b="1" sz="19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32" name="Google Shape;432;p47"/>
          <p:cNvSpPr txBox="1"/>
          <p:nvPr>
            <p:ph type="title"/>
          </p:nvPr>
        </p:nvSpPr>
        <p:spPr>
          <a:xfrm>
            <a:off x="876900" y="874250"/>
            <a:ext cx="4387500" cy="1516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" sz="2200">
                <a:latin typeface="Playfair Display"/>
                <a:ea typeface="Playfair Display"/>
                <a:cs typeface="Playfair Display"/>
                <a:sym typeface="Playfair Display"/>
              </a:rPr>
              <a:t>Do Personalities Matter? Examining Human Responses to LLM Agents with Distinct Personality Profiles  </a:t>
            </a:r>
            <a:endParaRPr b="1" sz="86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hape where the section titles go" id="437" name="Google Shape;437;p48"/>
          <p:cNvSpPr/>
          <p:nvPr/>
        </p:nvSpPr>
        <p:spPr>
          <a:xfrm flipH="1">
            <a:off x="3144900" y="3437851"/>
            <a:ext cx="5999100" cy="862800"/>
          </a:xfrm>
          <a:prstGeom prst="snip1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descr="Shape where the section titles go" id="438" name="Google Shape;438;p48"/>
          <p:cNvSpPr/>
          <p:nvPr/>
        </p:nvSpPr>
        <p:spPr>
          <a:xfrm flipH="1">
            <a:off x="3144900" y="2581602"/>
            <a:ext cx="5999100" cy="862800"/>
          </a:xfrm>
          <a:prstGeom prst="snip1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descr="Shape where the section titles go" id="439" name="Google Shape;439;p48"/>
          <p:cNvSpPr/>
          <p:nvPr/>
        </p:nvSpPr>
        <p:spPr>
          <a:xfrm flipH="1">
            <a:off x="3144900" y="1718827"/>
            <a:ext cx="5999100" cy="862800"/>
          </a:xfrm>
          <a:prstGeom prst="snip1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descr="Shape where the section titles go" id="440" name="Google Shape;440;p48"/>
          <p:cNvSpPr/>
          <p:nvPr/>
        </p:nvSpPr>
        <p:spPr>
          <a:xfrm flipH="1">
            <a:off x="3144900" y="856153"/>
            <a:ext cx="5999100" cy="862800"/>
          </a:xfrm>
          <a:prstGeom prst="snip1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descr="Shape where the section titles go" id="441" name="Google Shape;441;p48"/>
          <p:cNvSpPr/>
          <p:nvPr/>
        </p:nvSpPr>
        <p:spPr>
          <a:xfrm flipH="1">
            <a:off x="3144899" y="-200"/>
            <a:ext cx="5999100" cy="862800"/>
          </a:xfrm>
          <a:prstGeom prst="snip1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descr="Shape where the section titles go" id="442" name="Google Shape;442;p48"/>
          <p:cNvSpPr/>
          <p:nvPr/>
        </p:nvSpPr>
        <p:spPr>
          <a:xfrm flipH="1">
            <a:off x="3144900" y="4300651"/>
            <a:ext cx="5999100" cy="8628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descr="Spaces to add section titles" id="443" name="Google Shape;443;p48"/>
          <p:cNvSpPr txBox="1"/>
          <p:nvPr>
            <p:ph idx="1" type="subTitle"/>
          </p:nvPr>
        </p:nvSpPr>
        <p:spPr>
          <a:xfrm>
            <a:off x="411875" y="285750"/>
            <a:ext cx="21567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b="1" lang="en">
                <a:latin typeface="Playfair Display"/>
                <a:ea typeface="Playfair Display"/>
                <a:cs typeface="Playfair Display"/>
                <a:sym typeface="Playfair Display"/>
              </a:rPr>
              <a:t>Overview</a:t>
            </a: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descr="Spaces to add section titles" id="444" name="Google Shape;444;p48"/>
          <p:cNvSpPr txBox="1"/>
          <p:nvPr>
            <p:ph idx="2" type="subTitle"/>
          </p:nvPr>
        </p:nvSpPr>
        <p:spPr>
          <a:xfrm>
            <a:off x="3469838" y="218278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Review</a:t>
            </a:r>
            <a:r>
              <a:rPr lang="en"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 Papers</a:t>
            </a:r>
            <a:endParaRPr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sp>
        <p:nvSpPr>
          <p:cNvPr descr="Spaces to add section titles" id="445" name="Google Shape;445;p48"/>
          <p:cNvSpPr txBox="1"/>
          <p:nvPr>
            <p:ph idx="3" type="subTitle"/>
          </p:nvPr>
        </p:nvSpPr>
        <p:spPr>
          <a:xfrm>
            <a:off x="3469838" y="1064402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Add section title   </a:t>
            </a:r>
            <a:r>
              <a:rPr lang="en" sz="1200">
                <a:latin typeface="Quantico"/>
                <a:ea typeface="Quantico"/>
                <a:cs typeface="Quantico"/>
                <a:sym typeface="Quantico"/>
              </a:rPr>
              <a:t>(02)</a:t>
            </a:r>
            <a:r>
              <a:rPr lang="en"/>
              <a:t> </a:t>
            </a:r>
            <a:endParaRPr/>
          </a:p>
        </p:txBody>
      </p:sp>
      <p:sp>
        <p:nvSpPr>
          <p:cNvPr descr="Spaces to add section titles" id="446" name="Google Shape;446;p48"/>
          <p:cNvSpPr txBox="1"/>
          <p:nvPr>
            <p:ph idx="4" type="subTitle"/>
          </p:nvPr>
        </p:nvSpPr>
        <p:spPr>
          <a:xfrm>
            <a:off x="3469838" y="1923965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Add section title   </a:t>
            </a:r>
            <a:r>
              <a:rPr lang="en" sz="1200">
                <a:latin typeface="Quantico"/>
                <a:ea typeface="Quantico"/>
                <a:cs typeface="Quantico"/>
                <a:sym typeface="Quantico"/>
              </a:rPr>
              <a:t>(03)</a:t>
            </a:r>
            <a:r>
              <a:rPr lang="en"/>
              <a:t> </a:t>
            </a:r>
            <a:endParaRPr/>
          </a:p>
        </p:txBody>
      </p:sp>
      <p:sp>
        <p:nvSpPr>
          <p:cNvPr descr="Spaces to add section titles" id="447" name="Google Shape;447;p48"/>
          <p:cNvSpPr txBox="1"/>
          <p:nvPr>
            <p:ph idx="5" type="subTitle"/>
          </p:nvPr>
        </p:nvSpPr>
        <p:spPr>
          <a:xfrm>
            <a:off x="3469838" y="2810376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Add section title   </a:t>
            </a:r>
            <a:r>
              <a:rPr lang="en" sz="1200">
                <a:latin typeface="Quantico"/>
                <a:ea typeface="Quantico"/>
                <a:cs typeface="Quantico"/>
                <a:sym typeface="Quantico"/>
              </a:rPr>
              <a:t>(04)</a:t>
            </a:r>
            <a:r>
              <a:rPr lang="en"/>
              <a:t> </a:t>
            </a:r>
            <a:endParaRPr/>
          </a:p>
        </p:txBody>
      </p:sp>
      <p:sp>
        <p:nvSpPr>
          <p:cNvPr descr="Spaces to add section titles" id="448" name="Google Shape;448;p48"/>
          <p:cNvSpPr txBox="1"/>
          <p:nvPr>
            <p:ph idx="6" type="subTitle"/>
          </p:nvPr>
        </p:nvSpPr>
        <p:spPr>
          <a:xfrm>
            <a:off x="3469838" y="3646164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Add section title   </a:t>
            </a:r>
            <a:r>
              <a:rPr lang="en" sz="1200">
                <a:latin typeface="Quantico"/>
                <a:ea typeface="Quantico"/>
                <a:cs typeface="Quantico"/>
                <a:sym typeface="Quantico"/>
              </a:rPr>
              <a:t>(05)</a:t>
            </a:r>
            <a:r>
              <a:rPr lang="en"/>
              <a:t> </a:t>
            </a:r>
            <a:endParaRPr/>
          </a:p>
        </p:txBody>
      </p:sp>
      <p:sp>
        <p:nvSpPr>
          <p:cNvPr descr="Spaces to add section titles" id="449" name="Google Shape;449;p48"/>
          <p:cNvSpPr txBox="1"/>
          <p:nvPr>
            <p:ph idx="7" type="subTitle"/>
          </p:nvPr>
        </p:nvSpPr>
        <p:spPr>
          <a:xfrm>
            <a:off x="3469838" y="4530963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Add section title   </a:t>
            </a:r>
            <a:r>
              <a:rPr lang="en" sz="1200">
                <a:latin typeface="Quantico"/>
                <a:ea typeface="Quantico"/>
                <a:cs typeface="Quantico"/>
                <a:sym typeface="Quantico"/>
              </a:rPr>
              <a:t>(06)</a:t>
            </a:r>
            <a:endParaRPr sz="1200">
              <a:latin typeface="Quantico"/>
              <a:ea typeface="Quantico"/>
              <a:cs typeface="Quantico"/>
              <a:sym typeface="Quantic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9"/>
          <p:cNvSpPr txBox="1"/>
          <p:nvPr/>
        </p:nvSpPr>
        <p:spPr>
          <a:xfrm>
            <a:off x="527950" y="1221300"/>
            <a:ext cx="8000700" cy="33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b="1" lang="en" u="sng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Title of the paper </a:t>
            </a:r>
            <a:r>
              <a:rPr lang="en">
                <a:solidFill>
                  <a:srgbClr val="FFFFFF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: Measuring the Effect of Mental Health Chat bot Personality on User Engagement</a:t>
            </a:r>
            <a:endParaRPr sz="2700">
              <a:solidFill>
                <a:srgbClr val="FFFFFF"/>
              </a:solidFill>
              <a:highlight>
                <a:srgbClr val="FFFFFF"/>
              </a:highlight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b="1" lang="en" u="sng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Authors </a:t>
            </a:r>
            <a:r>
              <a:rPr lang="en">
                <a:solidFill>
                  <a:srgbClr val="FFFFFF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: Joonas moilanen, Aku Visuri, Sharadhi Alape Suryanarayana, Andy Alorwu, Koji Yatani, Simo Hosio</a:t>
            </a:r>
            <a:endParaRPr>
              <a:solidFill>
                <a:srgbClr val="FFFFFF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b="1" lang="en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</a:t>
            </a:r>
            <a:r>
              <a:rPr b="1" lang="en" u="sng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uthors Lab and Universit</a:t>
            </a:r>
            <a:r>
              <a:rPr lang="en" u="sng">
                <a:solidFill>
                  <a:srgbClr val="FFFFFF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y</a:t>
            </a:r>
            <a:r>
              <a:rPr lang="en">
                <a:solidFill>
                  <a:srgbClr val="FFFFFF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  : Center for Ubiquitous Computing, University of Oulu Oulu, Finland </a:t>
            </a:r>
            <a:endParaRPr>
              <a:solidFill>
                <a:srgbClr val="FFFFFF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b="1" lang="en" u="sng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Publication Year</a:t>
            </a:r>
            <a:r>
              <a:rPr lang="en">
                <a:solidFill>
                  <a:srgbClr val="FFFFFF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: 2022</a:t>
            </a:r>
            <a:endParaRPr>
              <a:solidFill>
                <a:srgbClr val="FFFFFF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b="1" lang="en" u="sng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Publication Venue</a:t>
            </a:r>
            <a:r>
              <a:rPr lang="en">
                <a:solidFill>
                  <a:srgbClr val="FFFFFF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: 21th International Conference on Mobile   and Ubiquitous Multimedia (MUM 2022) </a:t>
            </a:r>
            <a:endParaRPr>
              <a:solidFill>
                <a:srgbClr val="FFFFFF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 </a:t>
            </a:r>
            <a:endParaRPr>
              <a:solidFill>
                <a:srgbClr val="FFFFFF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b="1" lang="en" u="sng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Paper link</a:t>
            </a:r>
            <a:r>
              <a:rPr lang="en">
                <a:solidFill>
                  <a:srgbClr val="FFFFFF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: https://dl.acm.org/doi/pdf/10.1145/3568444.3568464</a:t>
            </a:r>
            <a:endParaRPr>
              <a:solidFill>
                <a:srgbClr val="FFFFFF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sp>
        <p:nvSpPr>
          <p:cNvPr descr="Slide theme title" id="455" name="Google Shape;455;p49"/>
          <p:cNvSpPr txBox="1"/>
          <p:nvPr/>
        </p:nvSpPr>
        <p:spPr>
          <a:xfrm>
            <a:off x="755914" y="794150"/>
            <a:ext cx="27996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 u="sng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Source</a:t>
            </a:r>
            <a:r>
              <a:rPr b="1" lang="en" sz="2800" u="sng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1.</a:t>
            </a:r>
            <a:endParaRPr b="1" sz="2800" u="sng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0"/>
          <p:cNvSpPr txBox="1"/>
          <p:nvPr/>
        </p:nvSpPr>
        <p:spPr>
          <a:xfrm>
            <a:off x="301775" y="412125"/>
            <a:ext cx="4533600" cy="7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u="sng">
                <a:solidFill>
                  <a:srgbClr val="FFFFFF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Chatbot Personalities </a:t>
            </a:r>
            <a:endParaRPr sz="2600" u="sng">
              <a:solidFill>
                <a:srgbClr val="FFFFFF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sp>
        <p:nvSpPr>
          <p:cNvPr id="461" name="Google Shape;461;p50"/>
          <p:cNvSpPr txBox="1"/>
          <p:nvPr/>
        </p:nvSpPr>
        <p:spPr>
          <a:xfrm>
            <a:off x="5660050" y="108050"/>
            <a:ext cx="3062400" cy="16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The scripts follow the Big Five Personality Traits Theory which also known as </a:t>
            </a:r>
            <a:r>
              <a:rPr b="1" lang="en" sz="13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OCEAN</a:t>
            </a:r>
            <a:endParaRPr sz="1300">
              <a:solidFill>
                <a:srgbClr val="FFFFFF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 ( Extraversion, Agreeableness, Conscientiousness, Neuroticism, Openness to Experience )</a:t>
            </a:r>
            <a:endParaRPr sz="1300">
              <a:solidFill>
                <a:srgbClr val="FFFFFF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pic>
        <p:nvPicPr>
          <p:cNvPr id="462" name="Google Shape;462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600" y="1560635"/>
            <a:ext cx="6899749" cy="353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1"/>
          <p:cNvSpPr txBox="1"/>
          <p:nvPr/>
        </p:nvSpPr>
        <p:spPr>
          <a:xfrm>
            <a:off x="301775" y="412125"/>
            <a:ext cx="4533600" cy="7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u="sng">
                <a:solidFill>
                  <a:srgbClr val="FFFFFF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Pilot Study</a:t>
            </a:r>
            <a:endParaRPr sz="2600" u="sng">
              <a:solidFill>
                <a:srgbClr val="FFFFFF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pic>
        <p:nvPicPr>
          <p:cNvPr id="468" name="Google Shape;468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200" y="1672975"/>
            <a:ext cx="8406776" cy="330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2"/>
          <p:cNvSpPr txBox="1"/>
          <p:nvPr/>
        </p:nvSpPr>
        <p:spPr>
          <a:xfrm>
            <a:off x="396825" y="1282250"/>
            <a:ext cx="84138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b="1" lang="en" u="sng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Title of the paper </a:t>
            </a:r>
            <a:r>
              <a:rPr lang="en">
                <a:solidFill>
                  <a:srgbClr val="FFFFFF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: </a:t>
            </a:r>
            <a:r>
              <a:rPr lang="en">
                <a:solidFill>
                  <a:srgbClr val="FFFFFF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PersonaLLM: Investigating the Ability of Large Language Models to Express Personality Traits </a:t>
            </a:r>
            <a:endParaRPr sz="2700">
              <a:solidFill>
                <a:srgbClr val="FFFFFF"/>
              </a:solidFill>
              <a:highlight>
                <a:srgbClr val="FFFFFF"/>
              </a:highlight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b="1" lang="en" u="sng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Authors </a:t>
            </a:r>
            <a:r>
              <a:rPr lang="en">
                <a:solidFill>
                  <a:srgbClr val="FFFFFF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: Hang Jiang, Xiajie Zhang, Xubo Cao, Cynthia Breazeal, Deb roy, Jad Kabbara</a:t>
            </a:r>
            <a:endParaRPr>
              <a:solidFill>
                <a:srgbClr val="FFFFFF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b="1" lang="en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</a:t>
            </a:r>
            <a:r>
              <a:rPr b="1" lang="en" u="sng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uthors Lab and Universit</a:t>
            </a:r>
            <a:r>
              <a:rPr lang="en" u="sng">
                <a:solidFill>
                  <a:srgbClr val="FFFFFF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y</a:t>
            </a:r>
            <a:r>
              <a:rPr lang="en">
                <a:solidFill>
                  <a:srgbClr val="FFFFFF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  : MIT Center for Constructive Communication, Stanford University</a:t>
            </a:r>
            <a:endParaRPr>
              <a:solidFill>
                <a:srgbClr val="FFFFFF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b="1" lang="en" u="sng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Publication Year</a:t>
            </a:r>
            <a:r>
              <a:rPr lang="en">
                <a:solidFill>
                  <a:srgbClr val="FFFFFF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: 2024</a:t>
            </a:r>
            <a:endParaRPr>
              <a:solidFill>
                <a:srgbClr val="FFFFFF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b="1" lang="en" u="sng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Publication Venue</a:t>
            </a:r>
            <a:r>
              <a:rPr lang="en">
                <a:solidFill>
                  <a:srgbClr val="FFFFFF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: Findings of the Association for </a:t>
            </a:r>
            <a:r>
              <a:rPr lang="en">
                <a:solidFill>
                  <a:srgbClr val="FFFFFF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Computational</a:t>
            </a:r>
            <a:r>
              <a:rPr lang="en">
                <a:solidFill>
                  <a:srgbClr val="FFFFFF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 Linguistics: NAACL 2024</a:t>
            </a:r>
            <a:endParaRPr>
              <a:solidFill>
                <a:srgbClr val="FFFFFF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 </a:t>
            </a:r>
            <a:endParaRPr>
              <a:solidFill>
                <a:srgbClr val="FFFFFF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b="1" lang="en" u="sng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Paper link</a:t>
            </a:r>
            <a:r>
              <a:rPr lang="en">
                <a:solidFill>
                  <a:srgbClr val="FFFFFF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:</a:t>
            </a:r>
            <a:r>
              <a:rPr lang="en">
                <a:solidFill>
                  <a:srgbClr val="FFFFFF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 </a:t>
            </a:r>
            <a:r>
              <a:rPr lang="en">
                <a:solidFill>
                  <a:srgbClr val="FFFFFF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https://www.semanticscholar.org/reader/f81d85025b349694a57607c5b0c58e0be70bf22f</a:t>
            </a:r>
            <a:endParaRPr>
              <a:solidFill>
                <a:srgbClr val="FFFFFF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sp>
        <p:nvSpPr>
          <p:cNvPr descr="Slide theme title" id="474" name="Google Shape;474;p52"/>
          <p:cNvSpPr txBox="1"/>
          <p:nvPr/>
        </p:nvSpPr>
        <p:spPr>
          <a:xfrm>
            <a:off x="755914" y="794150"/>
            <a:ext cx="27996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 u="sng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Source</a:t>
            </a:r>
            <a:r>
              <a:rPr b="1" lang="en" sz="2800" u="sng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2.</a:t>
            </a:r>
            <a:endParaRPr b="1" sz="2800" u="sng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3"/>
          <p:cNvSpPr txBox="1"/>
          <p:nvPr/>
        </p:nvSpPr>
        <p:spPr>
          <a:xfrm>
            <a:off x="301775" y="412125"/>
            <a:ext cx="4533600" cy="7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u="sng">
                <a:solidFill>
                  <a:srgbClr val="FFFFFF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Core Workflow of Paper </a:t>
            </a:r>
            <a:endParaRPr sz="2600" u="sng">
              <a:solidFill>
                <a:srgbClr val="FFFFFF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pic>
        <p:nvPicPr>
          <p:cNvPr id="480" name="Google Shape;480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75" y="1578950"/>
            <a:ext cx="5257050" cy="3460174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53"/>
          <p:cNvSpPr txBox="1"/>
          <p:nvPr/>
        </p:nvSpPr>
        <p:spPr>
          <a:xfrm>
            <a:off x="5568450" y="119075"/>
            <a:ext cx="3291300" cy="12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2" name="Google Shape;482;p53"/>
          <p:cNvSpPr txBox="1"/>
          <p:nvPr/>
        </p:nvSpPr>
        <p:spPr>
          <a:xfrm>
            <a:off x="5568450" y="64123"/>
            <a:ext cx="3114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Motivated by these inquiries, we aim to provide a com-</a:t>
            </a:r>
            <a:endParaRPr>
              <a:solidFill>
                <a:srgbClr val="FFFFFF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prehensive evaluation of LLM personas, focusing</a:t>
            </a:r>
            <a:endParaRPr>
              <a:solidFill>
                <a:srgbClr val="FFFFFF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on the following research questions (RQs):</a:t>
            </a:r>
            <a:endParaRPr>
              <a:solidFill>
                <a:srgbClr val="FFFFFF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pic>
        <p:nvPicPr>
          <p:cNvPr id="483" name="Google Shape;483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2725" y="1676025"/>
            <a:ext cx="3114000" cy="336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54"/>
          <p:cNvSpPr txBox="1"/>
          <p:nvPr/>
        </p:nvSpPr>
        <p:spPr>
          <a:xfrm>
            <a:off x="365100" y="760150"/>
            <a:ext cx="8413800" cy="40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b="1" lang="en" u="sng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Title of the paper </a:t>
            </a:r>
            <a:r>
              <a:rPr lang="en">
                <a:solidFill>
                  <a:srgbClr val="FFFFFF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: </a:t>
            </a:r>
            <a:r>
              <a:rPr lang="en">
                <a:solidFill>
                  <a:srgbClr val="FFFFFF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Assessing the Impact of Chatbot-Human Personality Congruence on User Behavior: A Chatbot-Based Advising System Case </a:t>
            </a:r>
            <a:endParaRPr>
              <a:solidFill>
                <a:srgbClr val="FFFFFF"/>
              </a:solidFill>
              <a:highlight>
                <a:srgbClr val="FFFFFF"/>
              </a:highlight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b="1" lang="en" u="sng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Authors </a:t>
            </a:r>
            <a:r>
              <a:rPr lang="en">
                <a:solidFill>
                  <a:srgbClr val="FFFFFF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: Mohammad Amin Kuhail, Mohamed Bahja, Ons Al-Shamaileh, Justin Thomas, Amina Alkazemi, Joao Negreiros</a:t>
            </a:r>
            <a:endParaRPr>
              <a:solidFill>
                <a:srgbClr val="FFFFFF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b="1" lang="en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</a:t>
            </a:r>
            <a:r>
              <a:rPr b="1" lang="en" u="sng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uthors Lab and Universit</a:t>
            </a:r>
            <a:r>
              <a:rPr lang="en" u="sng">
                <a:solidFill>
                  <a:srgbClr val="FFFFFF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y</a:t>
            </a:r>
            <a:r>
              <a:rPr lang="en">
                <a:solidFill>
                  <a:srgbClr val="FFFFFF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  : </a:t>
            </a:r>
            <a:endParaRPr>
              <a:solidFill>
                <a:srgbClr val="FFFFFF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           1.College of Interdisciplinary Studies, Zayed University, Abu Dhabi, United Arab Emirates </a:t>
            </a:r>
            <a:endParaRPr>
              <a:solidFill>
                <a:srgbClr val="FFFFFF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           2.School of Computer Science, University of Birmingham, B15 2TT Birmingham, U.K. </a:t>
            </a:r>
            <a:endParaRPr>
              <a:solidFill>
                <a:srgbClr val="FFFFFF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           3.College of Interdisciplinary Studies, Zayed University, Dubai, United Arab Emirates </a:t>
            </a:r>
            <a:endParaRPr>
              <a:solidFill>
                <a:srgbClr val="FFFFFF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           4.King Abdulaziz Center for World Culture–Ithra, Dhahran 34461, Saudi Arabia </a:t>
            </a:r>
            <a:endParaRPr>
              <a:solidFill>
                <a:srgbClr val="FFFFFF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           5.College of Technological Innovation, Zayed University, Abu Dhabi, United Arab Emirate </a:t>
            </a:r>
            <a:endParaRPr>
              <a:solidFill>
                <a:srgbClr val="FFFFFF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b="1" lang="en" u="sng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Publication Year</a:t>
            </a:r>
            <a:r>
              <a:rPr lang="en">
                <a:solidFill>
                  <a:srgbClr val="FFFFFF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: 2024</a:t>
            </a:r>
            <a:endParaRPr>
              <a:solidFill>
                <a:srgbClr val="FFFFFF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b="1" lang="en" u="sng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Publication Venue</a:t>
            </a:r>
            <a:r>
              <a:rPr lang="en">
                <a:solidFill>
                  <a:srgbClr val="FFFFFF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: </a:t>
            </a:r>
            <a:r>
              <a:rPr lang="en">
                <a:solidFill>
                  <a:schemeClr val="hlink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IEEE Access</a:t>
            </a:r>
            <a:endParaRPr>
              <a:solidFill>
                <a:srgbClr val="FFFFFF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 </a:t>
            </a:r>
            <a:endParaRPr>
              <a:solidFill>
                <a:srgbClr val="FFFFFF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b="1" lang="en" u="sng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Paper link</a:t>
            </a:r>
            <a:r>
              <a:rPr lang="en">
                <a:solidFill>
                  <a:srgbClr val="FFFFFF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: </a:t>
            </a:r>
            <a:r>
              <a:rPr lang="en">
                <a:solidFill>
                  <a:srgbClr val="FFFFFF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https://ieeexplore.ieee.org/stamp/stamp.jsp?tp=&amp;arnumber=10534775</a:t>
            </a:r>
            <a:endParaRPr>
              <a:solidFill>
                <a:srgbClr val="FFFFFF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sp>
        <p:nvSpPr>
          <p:cNvPr descr="Slide theme title" id="489" name="Google Shape;489;p54"/>
          <p:cNvSpPr txBox="1"/>
          <p:nvPr/>
        </p:nvSpPr>
        <p:spPr>
          <a:xfrm>
            <a:off x="746739" y="401400"/>
            <a:ext cx="27996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 u="sng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Source</a:t>
            </a:r>
            <a:r>
              <a:rPr b="1" lang="en" sz="2800" u="sng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3.</a:t>
            </a:r>
            <a:endParaRPr b="1" sz="2800" u="sng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4" name="Google Shape;494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3137" y="152400"/>
            <a:ext cx="3342900" cy="483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3500" y="152400"/>
            <a:ext cx="339200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55"/>
          <p:cNvSpPr txBox="1"/>
          <p:nvPr/>
        </p:nvSpPr>
        <p:spPr>
          <a:xfrm>
            <a:off x="97425" y="1595671"/>
            <a:ext cx="2045700" cy="14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Effect Of Chatbot-Human Personality Congruence On Usage Intention</a:t>
            </a:r>
            <a:endParaRPr sz="1600">
              <a:solidFill>
                <a:srgbClr val="FFFFFF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6"/>
          <p:cNvSpPr txBox="1"/>
          <p:nvPr>
            <p:ph type="title"/>
          </p:nvPr>
        </p:nvSpPr>
        <p:spPr>
          <a:xfrm>
            <a:off x="931675" y="907075"/>
            <a:ext cx="4005900" cy="70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solidFill>
                  <a:schemeClr val="accent6"/>
                </a:solidFill>
              </a:rPr>
              <a:t>The problem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502" name="Google Shape;502;p56"/>
          <p:cNvSpPr txBox="1"/>
          <p:nvPr>
            <p:ph idx="2" type="title"/>
          </p:nvPr>
        </p:nvSpPr>
        <p:spPr>
          <a:xfrm>
            <a:off x="931675" y="1712050"/>
            <a:ext cx="4005900" cy="170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6"/>
                </a:solidFill>
              </a:rPr>
              <a:t>State the problem. What pain point are you tackling? What gap are you going to fill in your industry?</a:t>
            </a:r>
            <a:endParaRPr>
              <a:solidFill>
                <a:schemeClr val="accent6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6"/>
                </a:solidFill>
              </a:rPr>
              <a:t>Lay down the stakes and explain why investors should care.</a:t>
            </a:r>
            <a:endParaRPr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descr="A question mark icon." id="503" name="Google Shape;503;p56"/>
          <p:cNvSpPr txBox="1"/>
          <p:nvPr/>
        </p:nvSpPr>
        <p:spPr>
          <a:xfrm>
            <a:off x="6517802" y="1117222"/>
            <a:ext cx="813300" cy="11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" sz="7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rPr>
              <a:t>?</a:t>
            </a:r>
            <a:endParaRPr sz="7200">
              <a:solidFill>
                <a:schemeClr val="accent3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descr="An exclamation mark icon" id="504" name="Google Shape;504;p56"/>
          <p:cNvSpPr txBox="1"/>
          <p:nvPr/>
        </p:nvSpPr>
        <p:spPr>
          <a:xfrm>
            <a:off x="6665927" y="3103597"/>
            <a:ext cx="813300" cy="11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" sz="7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rPr>
              <a:t>!</a:t>
            </a:r>
            <a:endParaRPr sz="7200">
              <a:solidFill>
                <a:schemeClr val="accent4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57"/>
          <p:cNvSpPr txBox="1"/>
          <p:nvPr>
            <p:ph type="title"/>
          </p:nvPr>
        </p:nvSpPr>
        <p:spPr>
          <a:xfrm>
            <a:off x="901475" y="907075"/>
            <a:ext cx="4695000" cy="862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Our solution</a:t>
            </a:r>
            <a:endParaRPr/>
          </a:p>
        </p:txBody>
      </p:sp>
      <p:sp>
        <p:nvSpPr>
          <p:cNvPr id="510" name="Google Shape;510;p57"/>
          <p:cNvSpPr txBox="1"/>
          <p:nvPr>
            <p:ph idx="2" type="title"/>
          </p:nvPr>
        </p:nvSpPr>
        <p:spPr>
          <a:xfrm>
            <a:off x="930907" y="1836900"/>
            <a:ext cx="4005900" cy="1879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State your proposition.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"/>
              <a:t>Use clear, direct language to describe exactly what you offer and how it’s different or better than what’s already available.</a:t>
            </a:r>
            <a:endParaRPr u="sng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grpSp>
        <p:nvGrpSpPr>
          <p:cNvPr id="511" name="Google Shape;511;p57"/>
          <p:cNvGrpSpPr/>
          <p:nvPr/>
        </p:nvGrpSpPr>
        <p:grpSpPr>
          <a:xfrm>
            <a:off x="6669394" y="1233289"/>
            <a:ext cx="750966" cy="862557"/>
            <a:chOff x="6071775" y="2386700"/>
            <a:chExt cx="1308075" cy="1502450"/>
          </a:xfrm>
        </p:grpSpPr>
        <p:sp>
          <p:nvSpPr>
            <p:cNvPr descr="A lightbulb icon." id="512" name="Google Shape;512;p57"/>
            <p:cNvSpPr/>
            <p:nvPr/>
          </p:nvSpPr>
          <p:spPr>
            <a:xfrm>
              <a:off x="6338375" y="2650600"/>
              <a:ext cx="774875" cy="924700"/>
            </a:xfrm>
            <a:custGeom>
              <a:rect b="b" l="l" r="r" t="t"/>
              <a:pathLst>
                <a:path extrusionOk="0" h="36988" w="30995">
                  <a:moveTo>
                    <a:pt x="15498" y="2457"/>
                  </a:moveTo>
                  <a:cubicBezTo>
                    <a:pt x="22679" y="2457"/>
                    <a:pt x="28538" y="8316"/>
                    <a:pt x="28538" y="15497"/>
                  </a:cubicBezTo>
                  <a:cubicBezTo>
                    <a:pt x="28538" y="18845"/>
                    <a:pt x="27269" y="22031"/>
                    <a:pt x="24974" y="24434"/>
                  </a:cubicBezTo>
                  <a:cubicBezTo>
                    <a:pt x="24920" y="24515"/>
                    <a:pt x="24839" y="24596"/>
                    <a:pt x="24758" y="24677"/>
                  </a:cubicBezTo>
                  <a:cubicBezTo>
                    <a:pt x="21653" y="27971"/>
                    <a:pt x="21059" y="32371"/>
                    <a:pt x="20978" y="34531"/>
                  </a:cubicBezTo>
                  <a:lnTo>
                    <a:pt x="10017" y="34531"/>
                  </a:lnTo>
                  <a:cubicBezTo>
                    <a:pt x="9936" y="32371"/>
                    <a:pt x="9342" y="27944"/>
                    <a:pt x="6210" y="24650"/>
                  </a:cubicBezTo>
                  <a:cubicBezTo>
                    <a:pt x="6210" y="24650"/>
                    <a:pt x="6183" y="24623"/>
                    <a:pt x="6183" y="24623"/>
                  </a:cubicBezTo>
                  <a:cubicBezTo>
                    <a:pt x="6129" y="24569"/>
                    <a:pt x="6075" y="24488"/>
                    <a:pt x="6021" y="24434"/>
                  </a:cubicBezTo>
                  <a:cubicBezTo>
                    <a:pt x="3726" y="22031"/>
                    <a:pt x="2457" y="18845"/>
                    <a:pt x="2457" y="15497"/>
                  </a:cubicBezTo>
                  <a:cubicBezTo>
                    <a:pt x="2457" y="8316"/>
                    <a:pt x="8316" y="2457"/>
                    <a:pt x="15498" y="2457"/>
                  </a:cubicBezTo>
                  <a:close/>
                  <a:moveTo>
                    <a:pt x="15498" y="1"/>
                  </a:moveTo>
                  <a:cubicBezTo>
                    <a:pt x="6966" y="1"/>
                    <a:pt x="1" y="6966"/>
                    <a:pt x="1" y="15497"/>
                  </a:cubicBezTo>
                  <a:cubicBezTo>
                    <a:pt x="1" y="19493"/>
                    <a:pt x="1513" y="23273"/>
                    <a:pt x="4239" y="26135"/>
                  </a:cubicBezTo>
                  <a:cubicBezTo>
                    <a:pt x="4239" y="26135"/>
                    <a:pt x="4239" y="26135"/>
                    <a:pt x="4266" y="26162"/>
                  </a:cubicBezTo>
                  <a:cubicBezTo>
                    <a:pt x="4293" y="26216"/>
                    <a:pt x="4347" y="26270"/>
                    <a:pt x="4374" y="26297"/>
                  </a:cubicBezTo>
                  <a:cubicBezTo>
                    <a:pt x="4374" y="26297"/>
                    <a:pt x="4374" y="26297"/>
                    <a:pt x="4401" y="26324"/>
                  </a:cubicBezTo>
                  <a:cubicBezTo>
                    <a:pt x="7884" y="29995"/>
                    <a:pt x="7560" y="35638"/>
                    <a:pt x="7560" y="35692"/>
                  </a:cubicBezTo>
                  <a:cubicBezTo>
                    <a:pt x="7560" y="35692"/>
                    <a:pt x="7560" y="35692"/>
                    <a:pt x="7479" y="36988"/>
                  </a:cubicBezTo>
                  <a:lnTo>
                    <a:pt x="23516" y="36988"/>
                  </a:lnTo>
                  <a:cubicBezTo>
                    <a:pt x="23516" y="36988"/>
                    <a:pt x="23516" y="36988"/>
                    <a:pt x="23435" y="35692"/>
                  </a:cubicBezTo>
                  <a:cubicBezTo>
                    <a:pt x="23435" y="35638"/>
                    <a:pt x="23111" y="29995"/>
                    <a:pt x="26567" y="26351"/>
                  </a:cubicBezTo>
                  <a:cubicBezTo>
                    <a:pt x="26567" y="26351"/>
                    <a:pt x="26567" y="26351"/>
                    <a:pt x="26594" y="26324"/>
                  </a:cubicBezTo>
                  <a:cubicBezTo>
                    <a:pt x="26621" y="26270"/>
                    <a:pt x="26675" y="26216"/>
                    <a:pt x="26729" y="26162"/>
                  </a:cubicBezTo>
                  <a:cubicBezTo>
                    <a:pt x="26729" y="26162"/>
                    <a:pt x="26729" y="26162"/>
                    <a:pt x="26756" y="26135"/>
                  </a:cubicBezTo>
                  <a:cubicBezTo>
                    <a:pt x="29483" y="23246"/>
                    <a:pt x="30995" y="19466"/>
                    <a:pt x="30995" y="15497"/>
                  </a:cubicBezTo>
                  <a:cubicBezTo>
                    <a:pt x="30995" y="6966"/>
                    <a:pt x="24029" y="1"/>
                    <a:pt x="154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513" name="Google Shape;513;p57"/>
            <p:cNvSpPr/>
            <p:nvPr/>
          </p:nvSpPr>
          <p:spPr>
            <a:xfrm>
              <a:off x="6528725" y="3618475"/>
              <a:ext cx="394200" cy="61450"/>
            </a:xfrm>
            <a:custGeom>
              <a:rect b="b" l="l" r="r" t="t"/>
              <a:pathLst>
                <a:path extrusionOk="0" h="2458" w="15768">
                  <a:moveTo>
                    <a:pt x="0" y="1"/>
                  </a:moveTo>
                  <a:lnTo>
                    <a:pt x="0" y="2458"/>
                  </a:lnTo>
                  <a:lnTo>
                    <a:pt x="15767" y="2458"/>
                  </a:lnTo>
                  <a:lnTo>
                    <a:pt x="157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514" name="Google Shape;514;p57"/>
            <p:cNvSpPr/>
            <p:nvPr/>
          </p:nvSpPr>
          <p:spPr>
            <a:xfrm>
              <a:off x="6528725" y="3723100"/>
              <a:ext cx="394200" cy="61450"/>
            </a:xfrm>
            <a:custGeom>
              <a:rect b="b" l="l" r="r" t="t"/>
              <a:pathLst>
                <a:path extrusionOk="0" h="2458" w="15768">
                  <a:moveTo>
                    <a:pt x="0" y="0"/>
                  </a:moveTo>
                  <a:lnTo>
                    <a:pt x="0" y="2457"/>
                  </a:lnTo>
                  <a:lnTo>
                    <a:pt x="15767" y="2457"/>
                  </a:lnTo>
                  <a:lnTo>
                    <a:pt x="157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515" name="Google Shape;515;p57"/>
            <p:cNvSpPr/>
            <p:nvPr/>
          </p:nvSpPr>
          <p:spPr>
            <a:xfrm>
              <a:off x="6607675" y="3827725"/>
              <a:ext cx="236275" cy="61425"/>
            </a:xfrm>
            <a:custGeom>
              <a:rect b="b" l="l" r="r" t="t"/>
              <a:pathLst>
                <a:path extrusionOk="0" h="2457" w="9451">
                  <a:moveTo>
                    <a:pt x="1" y="0"/>
                  </a:moveTo>
                  <a:lnTo>
                    <a:pt x="1" y="2457"/>
                  </a:lnTo>
                  <a:lnTo>
                    <a:pt x="9450" y="2457"/>
                  </a:lnTo>
                  <a:lnTo>
                    <a:pt x="94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516" name="Google Shape;516;p57"/>
            <p:cNvSpPr/>
            <p:nvPr/>
          </p:nvSpPr>
          <p:spPr>
            <a:xfrm>
              <a:off x="6241850" y="3352550"/>
              <a:ext cx="172150" cy="172825"/>
            </a:xfrm>
            <a:custGeom>
              <a:rect b="b" l="l" r="r" t="t"/>
              <a:pathLst>
                <a:path extrusionOk="0" h="6913" w="6886">
                  <a:moveTo>
                    <a:pt x="5158" y="1"/>
                  </a:moveTo>
                  <a:lnTo>
                    <a:pt x="1" y="5157"/>
                  </a:lnTo>
                  <a:lnTo>
                    <a:pt x="1729" y="6912"/>
                  </a:lnTo>
                  <a:lnTo>
                    <a:pt x="6885" y="1728"/>
                  </a:lnTo>
                  <a:lnTo>
                    <a:pt x="515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517" name="Google Shape;517;p57"/>
            <p:cNvSpPr/>
            <p:nvPr/>
          </p:nvSpPr>
          <p:spPr>
            <a:xfrm>
              <a:off x="6071775" y="3010350"/>
              <a:ext cx="182925" cy="61450"/>
            </a:xfrm>
            <a:custGeom>
              <a:rect b="b" l="l" r="r" t="t"/>
              <a:pathLst>
                <a:path extrusionOk="0" h="2458" w="7317">
                  <a:moveTo>
                    <a:pt x="0" y="1"/>
                  </a:moveTo>
                  <a:lnTo>
                    <a:pt x="0" y="2457"/>
                  </a:lnTo>
                  <a:lnTo>
                    <a:pt x="7317" y="2457"/>
                  </a:lnTo>
                  <a:lnTo>
                    <a:pt x="73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518" name="Google Shape;518;p57"/>
            <p:cNvSpPr/>
            <p:nvPr/>
          </p:nvSpPr>
          <p:spPr>
            <a:xfrm>
              <a:off x="6241850" y="2556775"/>
              <a:ext cx="172150" cy="172825"/>
            </a:xfrm>
            <a:custGeom>
              <a:rect b="b" l="l" r="r" t="t"/>
              <a:pathLst>
                <a:path extrusionOk="0" h="6913" w="6886">
                  <a:moveTo>
                    <a:pt x="1729" y="1"/>
                  </a:moveTo>
                  <a:lnTo>
                    <a:pt x="1" y="1729"/>
                  </a:lnTo>
                  <a:lnTo>
                    <a:pt x="5158" y="6912"/>
                  </a:lnTo>
                  <a:lnTo>
                    <a:pt x="6885" y="5158"/>
                  </a:lnTo>
                  <a:lnTo>
                    <a:pt x="17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519" name="Google Shape;519;p57"/>
            <p:cNvSpPr/>
            <p:nvPr/>
          </p:nvSpPr>
          <p:spPr>
            <a:xfrm>
              <a:off x="6694750" y="2386700"/>
              <a:ext cx="62125" cy="182925"/>
            </a:xfrm>
            <a:custGeom>
              <a:rect b="b" l="l" r="r" t="t"/>
              <a:pathLst>
                <a:path extrusionOk="0" h="7317" w="2485">
                  <a:moveTo>
                    <a:pt x="1" y="0"/>
                  </a:moveTo>
                  <a:lnTo>
                    <a:pt x="1" y="7317"/>
                  </a:lnTo>
                  <a:lnTo>
                    <a:pt x="2485" y="7317"/>
                  </a:lnTo>
                  <a:lnTo>
                    <a:pt x="248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520" name="Google Shape;520;p57"/>
            <p:cNvSpPr/>
            <p:nvPr/>
          </p:nvSpPr>
          <p:spPr>
            <a:xfrm>
              <a:off x="7037625" y="2556775"/>
              <a:ext cx="172150" cy="172825"/>
            </a:xfrm>
            <a:custGeom>
              <a:rect b="b" l="l" r="r" t="t"/>
              <a:pathLst>
                <a:path extrusionOk="0" h="6913" w="6886">
                  <a:moveTo>
                    <a:pt x="5158" y="1"/>
                  </a:moveTo>
                  <a:lnTo>
                    <a:pt x="1" y="5158"/>
                  </a:lnTo>
                  <a:lnTo>
                    <a:pt x="1729" y="6912"/>
                  </a:lnTo>
                  <a:lnTo>
                    <a:pt x="6885" y="1729"/>
                  </a:lnTo>
                  <a:lnTo>
                    <a:pt x="515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521" name="Google Shape;521;p57"/>
            <p:cNvSpPr/>
            <p:nvPr/>
          </p:nvSpPr>
          <p:spPr>
            <a:xfrm>
              <a:off x="7196925" y="3010350"/>
              <a:ext cx="182925" cy="61450"/>
            </a:xfrm>
            <a:custGeom>
              <a:rect b="b" l="l" r="r" t="t"/>
              <a:pathLst>
                <a:path extrusionOk="0" h="2458" w="7317">
                  <a:moveTo>
                    <a:pt x="0" y="1"/>
                  </a:moveTo>
                  <a:lnTo>
                    <a:pt x="0" y="2457"/>
                  </a:lnTo>
                  <a:lnTo>
                    <a:pt x="7317" y="2457"/>
                  </a:lnTo>
                  <a:lnTo>
                    <a:pt x="73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522" name="Google Shape;522;p57"/>
            <p:cNvSpPr/>
            <p:nvPr/>
          </p:nvSpPr>
          <p:spPr>
            <a:xfrm>
              <a:off x="7037625" y="3352550"/>
              <a:ext cx="172150" cy="172825"/>
            </a:xfrm>
            <a:custGeom>
              <a:rect b="b" l="l" r="r" t="t"/>
              <a:pathLst>
                <a:path extrusionOk="0" h="6913" w="6886">
                  <a:moveTo>
                    <a:pt x="1729" y="1"/>
                  </a:moveTo>
                  <a:lnTo>
                    <a:pt x="1" y="1728"/>
                  </a:lnTo>
                  <a:lnTo>
                    <a:pt x="5158" y="6912"/>
                  </a:lnTo>
                  <a:lnTo>
                    <a:pt x="6885" y="5157"/>
                  </a:lnTo>
                  <a:lnTo>
                    <a:pt x="17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523" name="Google Shape;523;p57"/>
            <p:cNvSpPr/>
            <p:nvPr/>
          </p:nvSpPr>
          <p:spPr>
            <a:xfrm>
              <a:off x="6584750" y="3015075"/>
              <a:ext cx="282150" cy="195075"/>
            </a:xfrm>
            <a:custGeom>
              <a:rect b="b" l="l" r="r" t="t"/>
              <a:pathLst>
                <a:path extrusionOk="0" h="7803" w="11286">
                  <a:moveTo>
                    <a:pt x="9557" y="1"/>
                  </a:moveTo>
                  <a:lnTo>
                    <a:pt x="5238" y="4320"/>
                  </a:lnTo>
                  <a:lnTo>
                    <a:pt x="1728" y="810"/>
                  </a:lnTo>
                  <a:lnTo>
                    <a:pt x="0" y="2565"/>
                  </a:lnTo>
                  <a:lnTo>
                    <a:pt x="5238" y="7803"/>
                  </a:lnTo>
                  <a:lnTo>
                    <a:pt x="11285" y="1755"/>
                  </a:lnTo>
                  <a:lnTo>
                    <a:pt x="955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</p:grpSp>
      <p:grpSp>
        <p:nvGrpSpPr>
          <p:cNvPr id="524" name="Google Shape;524;p57"/>
          <p:cNvGrpSpPr/>
          <p:nvPr/>
        </p:nvGrpSpPr>
        <p:grpSpPr>
          <a:xfrm>
            <a:off x="6669394" y="3260464"/>
            <a:ext cx="750966" cy="862557"/>
            <a:chOff x="6071775" y="2386700"/>
            <a:chExt cx="1308075" cy="1502450"/>
          </a:xfrm>
        </p:grpSpPr>
        <p:sp>
          <p:nvSpPr>
            <p:cNvPr id="525" name="Google Shape;525;p57"/>
            <p:cNvSpPr/>
            <p:nvPr/>
          </p:nvSpPr>
          <p:spPr>
            <a:xfrm>
              <a:off x="6338375" y="2650600"/>
              <a:ext cx="774875" cy="924700"/>
            </a:xfrm>
            <a:custGeom>
              <a:rect b="b" l="l" r="r" t="t"/>
              <a:pathLst>
                <a:path extrusionOk="0" h="36988" w="30995">
                  <a:moveTo>
                    <a:pt x="15498" y="2457"/>
                  </a:moveTo>
                  <a:cubicBezTo>
                    <a:pt x="22679" y="2457"/>
                    <a:pt x="28538" y="8316"/>
                    <a:pt x="28538" y="15497"/>
                  </a:cubicBezTo>
                  <a:cubicBezTo>
                    <a:pt x="28538" y="18845"/>
                    <a:pt x="27269" y="22031"/>
                    <a:pt x="24974" y="24434"/>
                  </a:cubicBezTo>
                  <a:cubicBezTo>
                    <a:pt x="24920" y="24515"/>
                    <a:pt x="24839" y="24596"/>
                    <a:pt x="24758" y="24677"/>
                  </a:cubicBezTo>
                  <a:cubicBezTo>
                    <a:pt x="21653" y="27971"/>
                    <a:pt x="21059" y="32371"/>
                    <a:pt x="20978" y="34531"/>
                  </a:cubicBezTo>
                  <a:lnTo>
                    <a:pt x="10017" y="34531"/>
                  </a:lnTo>
                  <a:cubicBezTo>
                    <a:pt x="9936" y="32371"/>
                    <a:pt x="9342" y="27944"/>
                    <a:pt x="6210" y="24650"/>
                  </a:cubicBezTo>
                  <a:cubicBezTo>
                    <a:pt x="6210" y="24650"/>
                    <a:pt x="6183" y="24623"/>
                    <a:pt x="6183" y="24623"/>
                  </a:cubicBezTo>
                  <a:cubicBezTo>
                    <a:pt x="6129" y="24569"/>
                    <a:pt x="6075" y="24488"/>
                    <a:pt x="6021" y="24434"/>
                  </a:cubicBezTo>
                  <a:cubicBezTo>
                    <a:pt x="3726" y="22031"/>
                    <a:pt x="2457" y="18845"/>
                    <a:pt x="2457" y="15497"/>
                  </a:cubicBezTo>
                  <a:cubicBezTo>
                    <a:pt x="2457" y="8316"/>
                    <a:pt x="8316" y="2457"/>
                    <a:pt x="15498" y="2457"/>
                  </a:cubicBezTo>
                  <a:close/>
                  <a:moveTo>
                    <a:pt x="15498" y="1"/>
                  </a:moveTo>
                  <a:cubicBezTo>
                    <a:pt x="6966" y="1"/>
                    <a:pt x="1" y="6966"/>
                    <a:pt x="1" y="15497"/>
                  </a:cubicBezTo>
                  <a:cubicBezTo>
                    <a:pt x="1" y="19493"/>
                    <a:pt x="1513" y="23273"/>
                    <a:pt x="4239" y="26135"/>
                  </a:cubicBezTo>
                  <a:cubicBezTo>
                    <a:pt x="4239" y="26135"/>
                    <a:pt x="4239" y="26135"/>
                    <a:pt x="4266" y="26162"/>
                  </a:cubicBezTo>
                  <a:cubicBezTo>
                    <a:pt x="4293" y="26216"/>
                    <a:pt x="4347" y="26270"/>
                    <a:pt x="4374" y="26297"/>
                  </a:cubicBezTo>
                  <a:cubicBezTo>
                    <a:pt x="4374" y="26297"/>
                    <a:pt x="4374" y="26297"/>
                    <a:pt x="4401" y="26324"/>
                  </a:cubicBezTo>
                  <a:cubicBezTo>
                    <a:pt x="7884" y="29995"/>
                    <a:pt x="7560" y="35638"/>
                    <a:pt x="7560" y="35692"/>
                  </a:cubicBezTo>
                  <a:cubicBezTo>
                    <a:pt x="7560" y="35692"/>
                    <a:pt x="7560" y="35692"/>
                    <a:pt x="7479" y="36988"/>
                  </a:cubicBezTo>
                  <a:lnTo>
                    <a:pt x="23516" y="36988"/>
                  </a:lnTo>
                  <a:cubicBezTo>
                    <a:pt x="23516" y="36988"/>
                    <a:pt x="23516" y="36988"/>
                    <a:pt x="23435" y="35692"/>
                  </a:cubicBezTo>
                  <a:cubicBezTo>
                    <a:pt x="23435" y="35638"/>
                    <a:pt x="23111" y="29995"/>
                    <a:pt x="26567" y="26351"/>
                  </a:cubicBezTo>
                  <a:cubicBezTo>
                    <a:pt x="26567" y="26351"/>
                    <a:pt x="26567" y="26351"/>
                    <a:pt x="26594" y="26324"/>
                  </a:cubicBezTo>
                  <a:cubicBezTo>
                    <a:pt x="26621" y="26270"/>
                    <a:pt x="26675" y="26216"/>
                    <a:pt x="26729" y="26162"/>
                  </a:cubicBezTo>
                  <a:cubicBezTo>
                    <a:pt x="26729" y="26162"/>
                    <a:pt x="26729" y="26162"/>
                    <a:pt x="26756" y="26135"/>
                  </a:cubicBezTo>
                  <a:cubicBezTo>
                    <a:pt x="29483" y="23246"/>
                    <a:pt x="30995" y="19466"/>
                    <a:pt x="30995" y="15497"/>
                  </a:cubicBezTo>
                  <a:cubicBezTo>
                    <a:pt x="30995" y="6966"/>
                    <a:pt x="24029" y="1"/>
                    <a:pt x="154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526" name="Google Shape;526;p57"/>
            <p:cNvSpPr/>
            <p:nvPr/>
          </p:nvSpPr>
          <p:spPr>
            <a:xfrm>
              <a:off x="6528725" y="3618475"/>
              <a:ext cx="394200" cy="61450"/>
            </a:xfrm>
            <a:custGeom>
              <a:rect b="b" l="l" r="r" t="t"/>
              <a:pathLst>
                <a:path extrusionOk="0" h="2458" w="15768">
                  <a:moveTo>
                    <a:pt x="0" y="1"/>
                  </a:moveTo>
                  <a:lnTo>
                    <a:pt x="0" y="2458"/>
                  </a:lnTo>
                  <a:lnTo>
                    <a:pt x="15767" y="2458"/>
                  </a:lnTo>
                  <a:lnTo>
                    <a:pt x="1576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527" name="Google Shape;527;p57"/>
            <p:cNvSpPr/>
            <p:nvPr/>
          </p:nvSpPr>
          <p:spPr>
            <a:xfrm>
              <a:off x="6528725" y="3723100"/>
              <a:ext cx="394200" cy="61450"/>
            </a:xfrm>
            <a:custGeom>
              <a:rect b="b" l="l" r="r" t="t"/>
              <a:pathLst>
                <a:path extrusionOk="0" h="2458" w="15768">
                  <a:moveTo>
                    <a:pt x="0" y="0"/>
                  </a:moveTo>
                  <a:lnTo>
                    <a:pt x="0" y="2457"/>
                  </a:lnTo>
                  <a:lnTo>
                    <a:pt x="15767" y="2457"/>
                  </a:lnTo>
                  <a:lnTo>
                    <a:pt x="1576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528" name="Google Shape;528;p57"/>
            <p:cNvSpPr/>
            <p:nvPr/>
          </p:nvSpPr>
          <p:spPr>
            <a:xfrm>
              <a:off x="6607675" y="3827725"/>
              <a:ext cx="236275" cy="61425"/>
            </a:xfrm>
            <a:custGeom>
              <a:rect b="b" l="l" r="r" t="t"/>
              <a:pathLst>
                <a:path extrusionOk="0" h="2457" w="9451">
                  <a:moveTo>
                    <a:pt x="1" y="0"/>
                  </a:moveTo>
                  <a:lnTo>
                    <a:pt x="1" y="2457"/>
                  </a:lnTo>
                  <a:lnTo>
                    <a:pt x="9450" y="2457"/>
                  </a:lnTo>
                  <a:lnTo>
                    <a:pt x="945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529" name="Google Shape;529;p57"/>
            <p:cNvSpPr/>
            <p:nvPr/>
          </p:nvSpPr>
          <p:spPr>
            <a:xfrm>
              <a:off x="6241850" y="3352550"/>
              <a:ext cx="172150" cy="172825"/>
            </a:xfrm>
            <a:custGeom>
              <a:rect b="b" l="l" r="r" t="t"/>
              <a:pathLst>
                <a:path extrusionOk="0" h="6913" w="6886">
                  <a:moveTo>
                    <a:pt x="5158" y="1"/>
                  </a:moveTo>
                  <a:lnTo>
                    <a:pt x="1" y="5157"/>
                  </a:lnTo>
                  <a:lnTo>
                    <a:pt x="1729" y="6912"/>
                  </a:lnTo>
                  <a:lnTo>
                    <a:pt x="6885" y="1728"/>
                  </a:lnTo>
                  <a:lnTo>
                    <a:pt x="515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530" name="Google Shape;530;p57"/>
            <p:cNvSpPr/>
            <p:nvPr/>
          </p:nvSpPr>
          <p:spPr>
            <a:xfrm>
              <a:off x="6071775" y="3010350"/>
              <a:ext cx="182925" cy="61450"/>
            </a:xfrm>
            <a:custGeom>
              <a:rect b="b" l="l" r="r" t="t"/>
              <a:pathLst>
                <a:path extrusionOk="0" h="2458" w="7317">
                  <a:moveTo>
                    <a:pt x="0" y="1"/>
                  </a:moveTo>
                  <a:lnTo>
                    <a:pt x="0" y="2457"/>
                  </a:lnTo>
                  <a:lnTo>
                    <a:pt x="7317" y="2457"/>
                  </a:lnTo>
                  <a:lnTo>
                    <a:pt x="73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531" name="Google Shape;531;p57"/>
            <p:cNvSpPr/>
            <p:nvPr/>
          </p:nvSpPr>
          <p:spPr>
            <a:xfrm>
              <a:off x="6241850" y="2556775"/>
              <a:ext cx="172150" cy="172825"/>
            </a:xfrm>
            <a:custGeom>
              <a:rect b="b" l="l" r="r" t="t"/>
              <a:pathLst>
                <a:path extrusionOk="0" h="6913" w="6886">
                  <a:moveTo>
                    <a:pt x="1729" y="1"/>
                  </a:moveTo>
                  <a:lnTo>
                    <a:pt x="1" y="1729"/>
                  </a:lnTo>
                  <a:lnTo>
                    <a:pt x="5158" y="6912"/>
                  </a:lnTo>
                  <a:lnTo>
                    <a:pt x="6885" y="5158"/>
                  </a:lnTo>
                  <a:lnTo>
                    <a:pt x="17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532" name="Google Shape;532;p57"/>
            <p:cNvSpPr/>
            <p:nvPr/>
          </p:nvSpPr>
          <p:spPr>
            <a:xfrm>
              <a:off x="6694750" y="2386700"/>
              <a:ext cx="62125" cy="182925"/>
            </a:xfrm>
            <a:custGeom>
              <a:rect b="b" l="l" r="r" t="t"/>
              <a:pathLst>
                <a:path extrusionOk="0" h="7317" w="2485">
                  <a:moveTo>
                    <a:pt x="1" y="0"/>
                  </a:moveTo>
                  <a:lnTo>
                    <a:pt x="1" y="7317"/>
                  </a:lnTo>
                  <a:lnTo>
                    <a:pt x="2485" y="7317"/>
                  </a:lnTo>
                  <a:lnTo>
                    <a:pt x="24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533" name="Google Shape;533;p57"/>
            <p:cNvSpPr/>
            <p:nvPr/>
          </p:nvSpPr>
          <p:spPr>
            <a:xfrm>
              <a:off x="7037625" y="2556775"/>
              <a:ext cx="172150" cy="172825"/>
            </a:xfrm>
            <a:custGeom>
              <a:rect b="b" l="l" r="r" t="t"/>
              <a:pathLst>
                <a:path extrusionOk="0" h="6913" w="6886">
                  <a:moveTo>
                    <a:pt x="5158" y="1"/>
                  </a:moveTo>
                  <a:lnTo>
                    <a:pt x="1" y="5158"/>
                  </a:lnTo>
                  <a:lnTo>
                    <a:pt x="1729" y="6912"/>
                  </a:lnTo>
                  <a:lnTo>
                    <a:pt x="6885" y="1729"/>
                  </a:lnTo>
                  <a:lnTo>
                    <a:pt x="515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534" name="Google Shape;534;p57"/>
            <p:cNvSpPr/>
            <p:nvPr/>
          </p:nvSpPr>
          <p:spPr>
            <a:xfrm>
              <a:off x="7196925" y="3010350"/>
              <a:ext cx="182925" cy="61450"/>
            </a:xfrm>
            <a:custGeom>
              <a:rect b="b" l="l" r="r" t="t"/>
              <a:pathLst>
                <a:path extrusionOk="0" h="2458" w="7317">
                  <a:moveTo>
                    <a:pt x="0" y="1"/>
                  </a:moveTo>
                  <a:lnTo>
                    <a:pt x="0" y="2457"/>
                  </a:lnTo>
                  <a:lnTo>
                    <a:pt x="7317" y="2457"/>
                  </a:lnTo>
                  <a:lnTo>
                    <a:pt x="73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535" name="Google Shape;535;p57"/>
            <p:cNvSpPr/>
            <p:nvPr/>
          </p:nvSpPr>
          <p:spPr>
            <a:xfrm>
              <a:off x="7037625" y="3352550"/>
              <a:ext cx="172150" cy="172825"/>
            </a:xfrm>
            <a:custGeom>
              <a:rect b="b" l="l" r="r" t="t"/>
              <a:pathLst>
                <a:path extrusionOk="0" h="6913" w="6886">
                  <a:moveTo>
                    <a:pt x="1729" y="1"/>
                  </a:moveTo>
                  <a:lnTo>
                    <a:pt x="1" y="1728"/>
                  </a:lnTo>
                  <a:lnTo>
                    <a:pt x="5158" y="6912"/>
                  </a:lnTo>
                  <a:lnTo>
                    <a:pt x="6885" y="5157"/>
                  </a:lnTo>
                  <a:lnTo>
                    <a:pt x="17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536" name="Google Shape;536;p57"/>
            <p:cNvSpPr/>
            <p:nvPr/>
          </p:nvSpPr>
          <p:spPr>
            <a:xfrm>
              <a:off x="6584750" y="3015075"/>
              <a:ext cx="282150" cy="195075"/>
            </a:xfrm>
            <a:custGeom>
              <a:rect b="b" l="l" r="r" t="t"/>
              <a:pathLst>
                <a:path extrusionOk="0" h="7803" w="11286">
                  <a:moveTo>
                    <a:pt x="9557" y="1"/>
                  </a:moveTo>
                  <a:lnTo>
                    <a:pt x="5238" y="4320"/>
                  </a:lnTo>
                  <a:lnTo>
                    <a:pt x="1728" y="810"/>
                  </a:lnTo>
                  <a:lnTo>
                    <a:pt x="0" y="2565"/>
                  </a:lnTo>
                  <a:lnTo>
                    <a:pt x="5238" y="7803"/>
                  </a:lnTo>
                  <a:lnTo>
                    <a:pt x="11285" y="1755"/>
                  </a:lnTo>
                  <a:lnTo>
                    <a:pt x="95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58"/>
          <p:cNvSpPr txBox="1"/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Our mission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542" name="Google Shape;542;p58"/>
          <p:cNvSpPr txBox="1"/>
          <p:nvPr>
            <p:ph idx="2" type="title"/>
          </p:nvPr>
        </p:nvSpPr>
        <p:spPr>
          <a:xfrm>
            <a:off x="920550" y="1881950"/>
            <a:ext cx="5228400" cy="194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Write your mission statement.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is your chance to articulate your vision to potential investors. In a few words, expla</a:t>
            </a:r>
            <a:r>
              <a:rPr lang="en"/>
              <a:t>i</a:t>
            </a:r>
            <a:r>
              <a:rPr lang="en"/>
              <a:t>n what you do, why you do it, and who you do it for.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543" name="Google Shape;543;p58"/>
          <p:cNvSpPr txBox="1"/>
          <p:nvPr>
            <p:ph idx="1" type="subTitle"/>
          </p:nvPr>
        </p:nvSpPr>
        <p:spPr>
          <a:xfrm>
            <a:off x="920550" y="4518700"/>
            <a:ext cx="18174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Date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Company Name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9"/>
          <p:cNvSpPr/>
          <p:nvPr/>
        </p:nvSpPr>
        <p:spPr>
          <a:xfrm>
            <a:off x="7002862" y="619550"/>
            <a:ext cx="2141100" cy="1509900"/>
          </a:xfrm>
          <a:prstGeom prst="snip1Rect">
            <a:avLst>
              <a:gd fmla="val 139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49" name="Google Shape;549;p59"/>
          <p:cNvSpPr/>
          <p:nvPr/>
        </p:nvSpPr>
        <p:spPr>
          <a:xfrm>
            <a:off x="2825150" y="2125400"/>
            <a:ext cx="2325900" cy="1509900"/>
          </a:xfrm>
          <a:prstGeom prst="snip1Rect">
            <a:avLst>
              <a:gd fmla="val 139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50" name="Google Shape;550;p59"/>
          <p:cNvSpPr/>
          <p:nvPr/>
        </p:nvSpPr>
        <p:spPr>
          <a:xfrm>
            <a:off x="7002737" y="3637100"/>
            <a:ext cx="2141100" cy="1509900"/>
          </a:xfrm>
          <a:prstGeom prst="snip1Rect">
            <a:avLst>
              <a:gd fmla="val 139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descr="Slide theme title" id="551" name="Google Shape;551;p59"/>
          <p:cNvSpPr txBox="1"/>
          <p:nvPr>
            <p:ph type="title"/>
          </p:nvPr>
        </p:nvSpPr>
        <p:spPr>
          <a:xfrm>
            <a:off x="929475" y="914400"/>
            <a:ext cx="3633000" cy="1077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How it works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descr="Slide theme subtitle" id="552" name="Google Shape;552;p59"/>
          <p:cNvSpPr txBox="1"/>
          <p:nvPr>
            <p:ph idx="5" type="title"/>
          </p:nvPr>
        </p:nvSpPr>
        <p:spPr>
          <a:xfrm>
            <a:off x="7243093" y="851546"/>
            <a:ext cx="1696500" cy="26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Product feature</a:t>
            </a:r>
            <a:endParaRPr/>
          </a:p>
        </p:txBody>
      </p:sp>
      <p:sp>
        <p:nvSpPr>
          <p:cNvPr descr="Slide theme subtitle" id="553" name="Google Shape;553;p59"/>
          <p:cNvSpPr txBox="1"/>
          <p:nvPr>
            <p:ph idx="6" type="title"/>
          </p:nvPr>
        </p:nvSpPr>
        <p:spPr>
          <a:xfrm>
            <a:off x="3257860" y="2361757"/>
            <a:ext cx="1696500" cy="26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Product feature</a:t>
            </a:r>
            <a:endParaRPr/>
          </a:p>
        </p:txBody>
      </p:sp>
      <p:sp>
        <p:nvSpPr>
          <p:cNvPr descr="Slide theme subtitle" id="554" name="Google Shape;554;p59"/>
          <p:cNvSpPr txBox="1"/>
          <p:nvPr>
            <p:ph idx="7" type="title"/>
          </p:nvPr>
        </p:nvSpPr>
        <p:spPr>
          <a:xfrm>
            <a:off x="7229582" y="3878226"/>
            <a:ext cx="1696500" cy="26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Product feature</a:t>
            </a:r>
            <a:endParaRPr/>
          </a:p>
        </p:txBody>
      </p:sp>
      <p:sp>
        <p:nvSpPr>
          <p:cNvPr descr="Slide theme description" id="555" name="Google Shape;555;p59"/>
          <p:cNvSpPr txBox="1"/>
          <p:nvPr>
            <p:ph idx="1" type="body"/>
          </p:nvPr>
        </p:nvSpPr>
        <p:spPr>
          <a:xfrm>
            <a:off x="3257120" y="2663823"/>
            <a:ext cx="1578900" cy="83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Describe another product feature. Think about how it helps solve the problem you identified earlier. </a:t>
            </a:r>
            <a:endParaRPr/>
          </a:p>
        </p:txBody>
      </p:sp>
      <p:sp>
        <p:nvSpPr>
          <p:cNvPr descr="Slide theme description" id="556" name="Google Shape;556;p59"/>
          <p:cNvSpPr txBox="1"/>
          <p:nvPr>
            <p:ph idx="8" type="body"/>
          </p:nvPr>
        </p:nvSpPr>
        <p:spPr>
          <a:xfrm>
            <a:off x="7237317" y="4178575"/>
            <a:ext cx="1784400" cy="83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Add as many features as you need to describe your product. You can duplicate this slide if you need more items.</a:t>
            </a:r>
            <a:endParaRPr/>
          </a:p>
        </p:txBody>
      </p:sp>
      <p:sp>
        <p:nvSpPr>
          <p:cNvPr descr="Slide theme description" id="557" name="Google Shape;557;p59"/>
          <p:cNvSpPr txBox="1"/>
          <p:nvPr>
            <p:ph idx="9" type="body"/>
          </p:nvPr>
        </p:nvSpPr>
        <p:spPr>
          <a:xfrm>
            <a:off x="7246218" y="1157300"/>
            <a:ext cx="1680000" cy="83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Briefly describe a product feature and how it benefits the user. Bring it to life with clear, vivid language.</a:t>
            </a:r>
            <a:endParaRPr/>
          </a:p>
        </p:txBody>
      </p:sp>
      <p:pic>
        <p:nvPicPr>
          <p:cNvPr descr="A close up of a camera, film rolls, memory cards, resting on a white surface. " id="558" name="Google Shape;558;p5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4907" r="47864" t="63299"/>
          <a:stretch/>
        </p:blipFill>
        <p:spPr>
          <a:xfrm flipH="1">
            <a:off x="4930693" y="619550"/>
            <a:ext cx="2100300" cy="1513500"/>
          </a:xfrm>
          <a:prstGeom prst="snip1Rect">
            <a:avLst>
              <a:gd fmla="val 16667" name="adj"/>
            </a:avLst>
          </a:prstGeom>
        </p:spPr>
      </p:pic>
      <p:pic>
        <p:nvPicPr>
          <p:cNvPr descr="A close-up of a tablet screen. " id="559" name="Google Shape;559;p59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32294" l="55835" r="14001" t="27602"/>
          <a:stretch/>
        </p:blipFill>
        <p:spPr>
          <a:xfrm flipH="1">
            <a:off x="696043" y="2125400"/>
            <a:ext cx="2129100" cy="1513500"/>
          </a:xfrm>
          <a:prstGeom prst="snip1Rect">
            <a:avLst>
              <a:gd fmla="val 16667" name="adj"/>
            </a:avLst>
          </a:prstGeom>
        </p:spPr>
      </p:pic>
      <p:pic>
        <p:nvPicPr>
          <p:cNvPr descr="A close-up of a laptop." id="560" name="Google Shape;560;p59"/>
          <p:cNvPicPr preferRelativeResize="0"/>
          <p:nvPr>
            <p:ph idx="4" type="pic"/>
          </p:nvPr>
        </p:nvPicPr>
        <p:blipFill rotWithShape="1">
          <a:blip r:embed="rId3">
            <a:alphaModFix/>
          </a:blip>
          <a:srcRect b="9804" l="11528" r="63187" t="56117"/>
          <a:stretch/>
        </p:blipFill>
        <p:spPr>
          <a:xfrm flipH="1">
            <a:off x="4930693" y="3635300"/>
            <a:ext cx="2100300" cy="1513500"/>
          </a:xfrm>
          <a:prstGeom prst="snip1Rect">
            <a:avLst>
              <a:gd fmla="val 16667" name="adj"/>
            </a:avLst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0"/>
          <p:cNvSpPr/>
          <p:nvPr/>
        </p:nvSpPr>
        <p:spPr>
          <a:xfrm>
            <a:off x="464250" y="2342900"/>
            <a:ext cx="2751000" cy="2810400"/>
          </a:xfrm>
          <a:prstGeom prst="snip1Rect">
            <a:avLst>
              <a:gd fmla="val 767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66" name="Google Shape;566;p60"/>
          <p:cNvSpPr/>
          <p:nvPr/>
        </p:nvSpPr>
        <p:spPr>
          <a:xfrm>
            <a:off x="3216049" y="2342976"/>
            <a:ext cx="2740500" cy="2810400"/>
          </a:xfrm>
          <a:prstGeom prst="snip1Rect">
            <a:avLst>
              <a:gd fmla="val 791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67" name="Google Shape;567;p60"/>
          <p:cNvSpPr/>
          <p:nvPr/>
        </p:nvSpPr>
        <p:spPr>
          <a:xfrm>
            <a:off x="5956138" y="2342625"/>
            <a:ext cx="2740500" cy="2810400"/>
          </a:xfrm>
          <a:prstGeom prst="snip1Rect">
            <a:avLst>
              <a:gd fmla="val 781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68" name="Google Shape;568;p60"/>
          <p:cNvSpPr/>
          <p:nvPr/>
        </p:nvSpPr>
        <p:spPr>
          <a:xfrm>
            <a:off x="464250" y="3730356"/>
            <a:ext cx="2756100" cy="1423200"/>
          </a:xfrm>
          <a:prstGeom prst="snip1Rect">
            <a:avLst>
              <a:gd fmla="val 139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69" name="Google Shape;569;p60"/>
          <p:cNvSpPr/>
          <p:nvPr/>
        </p:nvSpPr>
        <p:spPr>
          <a:xfrm>
            <a:off x="3216044" y="3730350"/>
            <a:ext cx="2740500" cy="1423200"/>
          </a:xfrm>
          <a:prstGeom prst="snip1Rect">
            <a:avLst>
              <a:gd fmla="val 139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70" name="Google Shape;570;p60"/>
          <p:cNvSpPr/>
          <p:nvPr/>
        </p:nvSpPr>
        <p:spPr>
          <a:xfrm>
            <a:off x="5957414" y="3730350"/>
            <a:ext cx="2740500" cy="1423200"/>
          </a:xfrm>
          <a:prstGeom prst="snip1Rect">
            <a:avLst>
              <a:gd fmla="val 139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71" name="Google Shape;571;p60"/>
          <p:cNvSpPr txBox="1"/>
          <p:nvPr>
            <p:ph idx="7" type="title"/>
          </p:nvPr>
        </p:nvSpPr>
        <p:spPr>
          <a:xfrm>
            <a:off x="430209" y="907725"/>
            <a:ext cx="6815400" cy="1038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en"/>
              <a:t>How it works</a:t>
            </a:r>
            <a:endParaRPr/>
          </a:p>
        </p:txBody>
      </p:sp>
      <p:sp>
        <p:nvSpPr>
          <p:cNvPr id="572" name="Google Shape;572;p60"/>
          <p:cNvSpPr txBox="1"/>
          <p:nvPr>
            <p:ph idx="2" type="title"/>
          </p:nvPr>
        </p:nvSpPr>
        <p:spPr>
          <a:xfrm>
            <a:off x="705550" y="26352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Briefly describe a product feature and how it benefits the user. Bring it to life with clear, vivid language.</a:t>
            </a:r>
            <a:endParaRPr/>
          </a:p>
        </p:txBody>
      </p:sp>
      <p:sp>
        <p:nvSpPr>
          <p:cNvPr id="573" name="Google Shape;573;p60"/>
          <p:cNvSpPr txBox="1"/>
          <p:nvPr>
            <p:ph idx="4294967295" type="title"/>
          </p:nvPr>
        </p:nvSpPr>
        <p:spPr>
          <a:xfrm>
            <a:off x="6237052" y="2635250"/>
            <a:ext cx="19632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Add as many features as you need to describe your product. Duplicate this slide if you need more items.</a:t>
            </a:r>
            <a:endParaRPr sz="10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4" name="Google Shape;574;p60"/>
          <p:cNvSpPr txBox="1"/>
          <p:nvPr>
            <p:ph type="title"/>
          </p:nvPr>
        </p:nvSpPr>
        <p:spPr>
          <a:xfrm>
            <a:off x="705550" y="39343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List 2 or more benefits</a:t>
            </a:r>
            <a:endParaRPr/>
          </a:p>
          <a:p>
            <a:pPr indent="-129540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Lato"/>
              <a:buChar char="●"/>
            </a:pPr>
            <a:r>
              <a:rPr lang="en"/>
              <a:t>Benefit 1</a:t>
            </a:r>
            <a:endParaRPr/>
          </a:p>
          <a:p>
            <a:pPr indent="-129540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Lato"/>
              <a:buChar char="●"/>
            </a:pPr>
            <a:r>
              <a:rPr lang="en"/>
              <a:t>Benefit 2</a:t>
            </a:r>
            <a:endParaRPr/>
          </a:p>
        </p:txBody>
      </p:sp>
      <p:sp>
        <p:nvSpPr>
          <p:cNvPr id="575" name="Google Shape;575;p60"/>
          <p:cNvSpPr txBox="1"/>
          <p:nvPr>
            <p:ph idx="4" type="title"/>
          </p:nvPr>
        </p:nvSpPr>
        <p:spPr>
          <a:xfrm>
            <a:off x="3461750" y="26352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Describe another product feature. Think about how this feature helps solve the problem you identified earlier.</a:t>
            </a:r>
            <a:endParaRPr/>
          </a:p>
        </p:txBody>
      </p:sp>
      <p:sp>
        <p:nvSpPr>
          <p:cNvPr id="576" name="Google Shape;576;p60"/>
          <p:cNvSpPr txBox="1"/>
          <p:nvPr>
            <p:ph idx="3" type="title"/>
          </p:nvPr>
        </p:nvSpPr>
        <p:spPr>
          <a:xfrm>
            <a:off x="3461750" y="39343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List 2 or more benefits</a:t>
            </a:r>
            <a:endParaRPr/>
          </a:p>
          <a:p>
            <a:pPr indent="-129540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Lato"/>
              <a:buChar char="●"/>
            </a:pPr>
            <a:r>
              <a:rPr lang="en"/>
              <a:t>Benefit 1</a:t>
            </a:r>
            <a:endParaRPr/>
          </a:p>
          <a:p>
            <a:pPr indent="-129540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Lato"/>
              <a:buChar char="●"/>
            </a:pPr>
            <a:r>
              <a:rPr lang="en"/>
              <a:t>Benefit 2</a:t>
            </a:r>
            <a:endParaRPr/>
          </a:p>
        </p:txBody>
      </p:sp>
      <p:sp>
        <p:nvSpPr>
          <p:cNvPr id="577" name="Google Shape;577;p60"/>
          <p:cNvSpPr txBox="1"/>
          <p:nvPr>
            <p:ph type="title"/>
          </p:nvPr>
        </p:nvSpPr>
        <p:spPr>
          <a:xfrm>
            <a:off x="6190541" y="39343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List 2 or more benefits</a:t>
            </a:r>
            <a:endParaRPr/>
          </a:p>
          <a:p>
            <a:pPr indent="-129540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Lato"/>
              <a:buChar char="●"/>
            </a:pPr>
            <a:r>
              <a:rPr lang="en"/>
              <a:t>Benefit 1</a:t>
            </a:r>
            <a:endParaRPr/>
          </a:p>
          <a:p>
            <a:pPr indent="-129540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Lato"/>
              <a:buChar char="●"/>
            </a:pPr>
            <a:r>
              <a:rPr lang="en"/>
              <a:t>Benefit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User skills and personality" id="582" name="Google Shape;582;p61"/>
          <p:cNvSpPr txBox="1"/>
          <p:nvPr/>
        </p:nvSpPr>
        <p:spPr>
          <a:xfrm>
            <a:off x="3724201" y="3992525"/>
            <a:ext cx="6684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Extrovert</a:t>
            </a:r>
            <a:endParaRPr sz="10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descr="User skills and personality" id="583" name="Google Shape;583;p61"/>
          <p:cNvSpPr txBox="1"/>
          <p:nvPr/>
        </p:nvSpPr>
        <p:spPr>
          <a:xfrm>
            <a:off x="6031185" y="3992525"/>
            <a:ext cx="5454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Introvert</a:t>
            </a:r>
            <a:endParaRPr sz="10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descr="User skills and personality" id="584" name="Google Shape;584;p61"/>
          <p:cNvSpPr txBox="1"/>
          <p:nvPr/>
        </p:nvSpPr>
        <p:spPr>
          <a:xfrm>
            <a:off x="3718425" y="4220644"/>
            <a:ext cx="510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Intuitive</a:t>
            </a:r>
            <a:endParaRPr sz="10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descr="User skills and personality" id="585" name="Google Shape;585;p61"/>
          <p:cNvSpPr txBox="1"/>
          <p:nvPr/>
        </p:nvSpPr>
        <p:spPr>
          <a:xfrm>
            <a:off x="3724193" y="4448763"/>
            <a:ext cx="504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Feeling</a:t>
            </a:r>
            <a:endParaRPr sz="10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descr="User skills and personality" id="586" name="Google Shape;586;p61"/>
          <p:cNvSpPr txBox="1"/>
          <p:nvPr/>
        </p:nvSpPr>
        <p:spPr>
          <a:xfrm>
            <a:off x="6020825" y="4448775"/>
            <a:ext cx="5559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Thinking</a:t>
            </a:r>
            <a:endParaRPr sz="10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descr="User skills and personality" id="587" name="Google Shape;587;p61"/>
          <p:cNvSpPr txBox="1"/>
          <p:nvPr/>
        </p:nvSpPr>
        <p:spPr>
          <a:xfrm>
            <a:off x="5994339" y="4220644"/>
            <a:ext cx="591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Planner</a:t>
            </a:r>
            <a:endParaRPr sz="10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descr="A series of charts revealing a person's personality, including their degree of extroversion, intuitiveness, and so on. " id="588" name="Google Shape;588;p61"/>
          <p:cNvSpPr/>
          <p:nvPr/>
        </p:nvSpPr>
        <p:spPr>
          <a:xfrm flipH="1" rot="5400000">
            <a:off x="5150323" y="3222188"/>
            <a:ext cx="15000" cy="1682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89" name="Google Shape;589;p61"/>
          <p:cNvSpPr/>
          <p:nvPr/>
        </p:nvSpPr>
        <p:spPr>
          <a:xfrm flipH="1" rot="5400000">
            <a:off x="5145511" y="3455231"/>
            <a:ext cx="15000" cy="1682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90" name="Google Shape;590;p61"/>
          <p:cNvSpPr/>
          <p:nvPr/>
        </p:nvSpPr>
        <p:spPr>
          <a:xfrm flipH="1" rot="5400000">
            <a:off x="5145185" y="3687863"/>
            <a:ext cx="15000" cy="1682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91" name="Google Shape;591;p61"/>
          <p:cNvSpPr txBox="1"/>
          <p:nvPr/>
        </p:nvSpPr>
        <p:spPr>
          <a:xfrm>
            <a:off x="6818846" y="3992525"/>
            <a:ext cx="3969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Device</a:t>
            </a:r>
            <a:endParaRPr sz="10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2" name="Google Shape;592;p61"/>
          <p:cNvSpPr txBox="1"/>
          <p:nvPr/>
        </p:nvSpPr>
        <p:spPr>
          <a:xfrm>
            <a:off x="6818851" y="4220650"/>
            <a:ext cx="3969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Device</a:t>
            </a:r>
            <a:endParaRPr sz="10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3" name="Google Shape;593;p61"/>
          <p:cNvSpPr txBox="1"/>
          <p:nvPr/>
        </p:nvSpPr>
        <p:spPr>
          <a:xfrm>
            <a:off x="6818842" y="4448763"/>
            <a:ext cx="3969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Device</a:t>
            </a:r>
            <a:endParaRPr sz="10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4" name="Google Shape;594;p61"/>
          <p:cNvSpPr txBox="1"/>
          <p:nvPr/>
        </p:nvSpPr>
        <p:spPr>
          <a:xfrm>
            <a:off x="8260871" y="3992513"/>
            <a:ext cx="3969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00 %</a:t>
            </a:r>
            <a:endParaRPr sz="10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5" name="Google Shape;595;p61"/>
          <p:cNvSpPr txBox="1"/>
          <p:nvPr/>
        </p:nvSpPr>
        <p:spPr>
          <a:xfrm>
            <a:off x="8260864" y="4220631"/>
            <a:ext cx="3657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00 %</a:t>
            </a:r>
            <a:endParaRPr sz="10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6" name="Google Shape;596;p61"/>
          <p:cNvSpPr txBox="1"/>
          <p:nvPr/>
        </p:nvSpPr>
        <p:spPr>
          <a:xfrm>
            <a:off x="8260867" y="4448750"/>
            <a:ext cx="3969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00 %</a:t>
            </a:r>
            <a:endParaRPr sz="10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7" name="Google Shape;597;p61"/>
          <p:cNvSpPr/>
          <p:nvPr/>
        </p:nvSpPr>
        <p:spPr>
          <a:xfrm>
            <a:off x="7562388" y="4006938"/>
            <a:ext cx="94800" cy="94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98" name="Google Shape;598;p61"/>
          <p:cNvSpPr/>
          <p:nvPr/>
        </p:nvSpPr>
        <p:spPr>
          <a:xfrm>
            <a:off x="7666763" y="4006950"/>
            <a:ext cx="94800" cy="94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99" name="Google Shape;599;p61"/>
          <p:cNvSpPr/>
          <p:nvPr/>
        </p:nvSpPr>
        <p:spPr>
          <a:xfrm>
            <a:off x="7771138" y="4006938"/>
            <a:ext cx="94800" cy="94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00" name="Google Shape;600;p61"/>
          <p:cNvSpPr/>
          <p:nvPr/>
        </p:nvSpPr>
        <p:spPr>
          <a:xfrm>
            <a:off x="7875513" y="4006950"/>
            <a:ext cx="94800" cy="94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01" name="Google Shape;601;p61"/>
          <p:cNvSpPr/>
          <p:nvPr/>
        </p:nvSpPr>
        <p:spPr>
          <a:xfrm>
            <a:off x="7979888" y="4006938"/>
            <a:ext cx="94800" cy="94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02" name="Google Shape;602;p61"/>
          <p:cNvSpPr/>
          <p:nvPr/>
        </p:nvSpPr>
        <p:spPr>
          <a:xfrm>
            <a:off x="7875513" y="4247825"/>
            <a:ext cx="94800" cy="94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03" name="Google Shape;603;p61"/>
          <p:cNvSpPr/>
          <p:nvPr/>
        </p:nvSpPr>
        <p:spPr>
          <a:xfrm>
            <a:off x="7979888" y="4247813"/>
            <a:ext cx="94800" cy="94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grpSp>
        <p:nvGrpSpPr>
          <p:cNvPr id="604" name="Google Shape;604;p61"/>
          <p:cNvGrpSpPr/>
          <p:nvPr/>
        </p:nvGrpSpPr>
        <p:grpSpPr>
          <a:xfrm>
            <a:off x="7249263" y="4006950"/>
            <a:ext cx="616675" cy="564463"/>
            <a:chOff x="7249263" y="4006950"/>
            <a:chExt cx="616675" cy="564463"/>
          </a:xfrm>
        </p:grpSpPr>
        <p:sp>
          <p:nvSpPr>
            <p:cNvPr descr="A bar graph showing the user persona's skill with technological devices. " id="605" name="Google Shape;605;p61"/>
            <p:cNvSpPr/>
            <p:nvPr/>
          </p:nvSpPr>
          <p:spPr>
            <a:xfrm>
              <a:off x="7249263" y="4006963"/>
              <a:ext cx="94800" cy="948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606" name="Google Shape;606;p61"/>
            <p:cNvSpPr/>
            <p:nvPr/>
          </p:nvSpPr>
          <p:spPr>
            <a:xfrm>
              <a:off x="7353638" y="4006950"/>
              <a:ext cx="94800" cy="948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607" name="Google Shape;607;p61"/>
            <p:cNvSpPr/>
            <p:nvPr/>
          </p:nvSpPr>
          <p:spPr>
            <a:xfrm>
              <a:off x="7458013" y="4006950"/>
              <a:ext cx="94800" cy="948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608" name="Google Shape;608;p61"/>
            <p:cNvSpPr/>
            <p:nvPr/>
          </p:nvSpPr>
          <p:spPr>
            <a:xfrm>
              <a:off x="7249263" y="4247838"/>
              <a:ext cx="94800" cy="948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609" name="Google Shape;609;p61"/>
            <p:cNvSpPr/>
            <p:nvPr/>
          </p:nvSpPr>
          <p:spPr>
            <a:xfrm>
              <a:off x="7353638" y="4247825"/>
              <a:ext cx="94800" cy="948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610" name="Google Shape;610;p61"/>
            <p:cNvSpPr/>
            <p:nvPr/>
          </p:nvSpPr>
          <p:spPr>
            <a:xfrm>
              <a:off x="7458013" y="4247825"/>
              <a:ext cx="94800" cy="948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611" name="Google Shape;611;p61"/>
            <p:cNvSpPr/>
            <p:nvPr/>
          </p:nvSpPr>
          <p:spPr>
            <a:xfrm>
              <a:off x="7562388" y="4247813"/>
              <a:ext cx="94800" cy="948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612" name="Google Shape;612;p61"/>
            <p:cNvSpPr/>
            <p:nvPr/>
          </p:nvSpPr>
          <p:spPr>
            <a:xfrm>
              <a:off x="7666763" y="4247825"/>
              <a:ext cx="94800" cy="948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613" name="Google Shape;613;p61"/>
            <p:cNvSpPr/>
            <p:nvPr/>
          </p:nvSpPr>
          <p:spPr>
            <a:xfrm>
              <a:off x="7771138" y="4247813"/>
              <a:ext cx="94800" cy="948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614" name="Google Shape;614;p61"/>
            <p:cNvSpPr/>
            <p:nvPr/>
          </p:nvSpPr>
          <p:spPr>
            <a:xfrm>
              <a:off x="7249263" y="4476613"/>
              <a:ext cx="94800" cy="948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615" name="Google Shape;615;p61"/>
            <p:cNvSpPr/>
            <p:nvPr/>
          </p:nvSpPr>
          <p:spPr>
            <a:xfrm>
              <a:off x="7353638" y="4476600"/>
              <a:ext cx="94800" cy="948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616" name="Google Shape;616;p61"/>
            <p:cNvSpPr/>
            <p:nvPr/>
          </p:nvSpPr>
          <p:spPr>
            <a:xfrm>
              <a:off x="7458013" y="4476600"/>
              <a:ext cx="94800" cy="948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617" name="Google Shape;617;p61"/>
            <p:cNvSpPr/>
            <p:nvPr/>
          </p:nvSpPr>
          <p:spPr>
            <a:xfrm>
              <a:off x="7562388" y="4476588"/>
              <a:ext cx="94800" cy="948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</p:grpSp>
      <p:sp>
        <p:nvSpPr>
          <p:cNvPr id="618" name="Google Shape;618;p61"/>
          <p:cNvSpPr/>
          <p:nvPr/>
        </p:nvSpPr>
        <p:spPr>
          <a:xfrm>
            <a:off x="7666763" y="4476600"/>
            <a:ext cx="94800" cy="94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19" name="Google Shape;619;p61"/>
          <p:cNvSpPr/>
          <p:nvPr/>
        </p:nvSpPr>
        <p:spPr>
          <a:xfrm>
            <a:off x="7771138" y="4476588"/>
            <a:ext cx="94800" cy="94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20" name="Google Shape;620;p61"/>
          <p:cNvSpPr/>
          <p:nvPr/>
        </p:nvSpPr>
        <p:spPr>
          <a:xfrm>
            <a:off x="7875513" y="4476600"/>
            <a:ext cx="94800" cy="94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21" name="Google Shape;621;p61"/>
          <p:cNvSpPr/>
          <p:nvPr/>
        </p:nvSpPr>
        <p:spPr>
          <a:xfrm>
            <a:off x="7979888" y="4476588"/>
            <a:ext cx="94800" cy="94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22" name="Google Shape;622;p61"/>
          <p:cNvSpPr/>
          <p:nvPr/>
        </p:nvSpPr>
        <p:spPr>
          <a:xfrm>
            <a:off x="8084263" y="4006938"/>
            <a:ext cx="94800" cy="94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23" name="Google Shape;623;p61"/>
          <p:cNvSpPr/>
          <p:nvPr/>
        </p:nvSpPr>
        <p:spPr>
          <a:xfrm>
            <a:off x="8084263" y="4247813"/>
            <a:ext cx="94800" cy="94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24" name="Google Shape;624;p61"/>
          <p:cNvSpPr/>
          <p:nvPr/>
        </p:nvSpPr>
        <p:spPr>
          <a:xfrm>
            <a:off x="8084263" y="4476588"/>
            <a:ext cx="94800" cy="94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25" name="Google Shape;625;p61"/>
          <p:cNvSpPr txBox="1"/>
          <p:nvPr>
            <p:ph type="title"/>
          </p:nvPr>
        </p:nvSpPr>
        <p:spPr>
          <a:xfrm>
            <a:off x="556500" y="531900"/>
            <a:ext cx="2714700" cy="1039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Persona name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626" name="Google Shape;626;p61"/>
          <p:cNvSpPr txBox="1"/>
          <p:nvPr>
            <p:ph idx="6" type="subTitle"/>
          </p:nvPr>
        </p:nvSpPr>
        <p:spPr>
          <a:xfrm>
            <a:off x="582450" y="1733025"/>
            <a:ext cx="2400600" cy="745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“Quote the persona on their needs and wants. This can be a fictional line or an excerpt from a real user interview.”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descr="User biography" id="627" name="Google Shape;627;p61"/>
          <p:cNvSpPr txBox="1"/>
          <p:nvPr>
            <p:ph idx="1" type="subTitle"/>
          </p:nvPr>
        </p:nvSpPr>
        <p:spPr>
          <a:xfrm>
            <a:off x="3718425" y="402000"/>
            <a:ext cx="14595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Bio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User biography" id="628" name="Google Shape;628;p61"/>
          <p:cNvSpPr txBox="1"/>
          <p:nvPr>
            <p:ph idx="2" type="subTitle"/>
          </p:nvPr>
        </p:nvSpPr>
        <p:spPr>
          <a:xfrm>
            <a:off x="4249525" y="402000"/>
            <a:ext cx="4315800" cy="745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Introduce your persona, who they are and where they come from. Think about a hypothetical user or customer. Although the individual might be fictional, the insights should be derived from your audience research.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descr="User personal data" id="629" name="Google Shape;629;p61"/>
          <p:cNvSpPr txBox="1"/>
          <p:nvPr>
            <p:ph idx="3" type="subTitle"/>
          </p:nvPr>
        </p:nvSpPr>
        <p:spPr>
          <a:xfrm>
            <a:off x="3718425" y="1696338"/>
            <a:ext cx="14595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ID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User personal data" id="630" name="Google Shape;630;p61"/>
          <p:cNvSpPr txBox="1"/>
          <p:nvPr>
            <p:ph idx="4" type="subTitle"/>
          </p:nvPr>
        </p:nvSpPr>
        <p:spPr>
          <a:xfrm>
            <a:off x="4249525" y="1696338"/>
            <a:ext cx="18684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00  </a:t>
            </a:r>
            <a:r>
              <a:rPr i="1" lang="en"/>
              <a:t>(Age)</a:t>
            </a:r>
            <a:endParaRPr i="1"/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Job Title    </a:t>
            </a:r>
            <a:r>
              <a:rPr i="1" lang="en"/>
              <a:t>(Occupation)</a:t>
            </a:r>
            <a:endParaRPr i="1"/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Single  </a:t>
            </a:r>
            <a:r>
              <a:rPr i="1" lang="en"/>
              <a:t>  (Status)</a:t>
            </a:r>
            <a:endParaRPr i="1"/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College Degree   </a:t>
            </a:r>
            <a:r>
              <a:rPr i="1" lang="en"/>
              <a:t> (Education)</a:t>
            </a:r>
            <a:endParaRPr i="1"/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Place Name   </a:t>
            </a:r>
            <a:r>
              <a:rPr i="1" lang="en"/>
              <a:t>(Location)</a:t>
            </a:r>
            <a:endParaRPr i="1"/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Tech Lover   </a:t>
            </a:r>
            <a:r>
              <a:rPr i="1" lang="en"/>
              <a:t> (Archetype)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descr="User skills and personality" id="631" name="Google Shape;631;p61"/>
          <p:cNvSpPr txBox="1"/>
          <p:nvPr>
            <p:ph idx="7" type="subTitle"/>
          </p:nvPr>
        </p:nvSpPr>
        <p:spPr>
          <a:xfrm>
            <a:off x="3718450" y="3470325"/>
            <a:ext cx="3678300" cy="454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Personality/Tech skills</a:t>
            </a:r>
            <a:endParaRPr/>
          </a:p>
        </p:txBody>
      </p:sp>
      <p:sp>
        <p:nvSpPr>
          <p:cNvPr descr="User Goals, motivations and frustrations" id="632" name="Google Shape;632;p61"/>
          <p:cNvSpPr txBox="1"/>
          <p:nvPr>
            <p:ph idx="9" type="subTitle"/>
          </p:nvPr>
        </p:nvSpPr>
        <p:spPr>
          <a:xfrm>
            <a:off x="5999175" y="1696338"/>
            <a:ext cx="27873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Quantico"/>
                <a:ea typeface="Quantico"/>
                <a:cs typeface="Quantico"/>
                <a:sym typeface="Quantico"/>
              </a:rPr>
              <a:t>Goals</a:t>
            </a:r>
            <a:endParaRPr b="1"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What does the persona want to achieve?</a:t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Quantico"/>
                <a:ea typeface="Quantico"/>
                <a:cs typeface="Quantico"/>
                <a:sym typeface="Quantico"/>
              </a:rPr>
              <a:t>Motivations</a:t>
            </a:r>
            <a:endParaRPr b="1"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Why do they care about these goals?</a:t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Quantico"/>
                <a:ea typeface="Quantico"/>
                <a:cs typeface="Quantico"/>
                <a:sym typeface="Quantico"/>
              </a:rPr>
              <a:t>Frustrations</a:t>
            </a:r>
            <a:endParaRPr b="1"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What is keeping them from achieving their goals?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pic>
        <p:nvPicPr>
          <p:cNvPr descr="A smiling woman stands in an office. " id="633" name="Google Shape;633;p61"/>
          <p:cNvPicPr preferRelativeResize="0"/>
          <p:nvPr>
            <p:ph idx="5" type="pic"/>
          </p:nvPr>
        </p:nvPicPr>
        <p:blipFill rotWithShape="1">
          <a:blip r:embed="rId3">
            <a:alphaModFix/>
          </a:blip>
          <a:srcRect b="43623" l="41374" r="16548" t="10568"/>
          <a:stretch/>
        </p:blipFill>
        <p:spPr>
          <a:xfrm>
            <a:off x="75" y="2673275"/>
            <a:ext cx="3400800" cy="2471400"/>
          </a:xfrm>
          <a:prstGeom prst="snip1Rect">
            <a:avLst>
              <a:gd fmla="val 16667" name="adj"/>
            </a:avLst>
          </a:prstGeom>
        </p:spPr>
      </p:pic>
      <p:sp>
        <p:nvSpPr>
          <p:cNvPr id="634" name="Google Shape;634;p61"/>
          <p:cNvSpPr/>
          <p:nvPr/>
        </p:nvSpPr>
        <p:spPr>
          <a:xfrm>
            <a:off x="5517888" y="4023038"/>
            <a:ext cx="81000" cy="810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35" name="Google Shape;635;p61"/>
          <p:cNvSpPr/>
          <p:nvPr/>
        </p:nvSpPr>
        <p:spPr>
          <a:xfrm>
            <a:off x="4599663" y="4255875"/>
            <a:ext cx="81000" cy="810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36" name="Google Shape;636;p61"/>
          <p:cNvSpPr/>
          <p:nvPr/>
        </p:nvSpPr>
        <p:spPr>
          <a:xfrm>
            <a:off x="5161700" y="4488713"/>
            <a:ext cx="81000" cy="810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62"/>
          <p:cNvSpPr txBox="1"/>
          <p:nvPr>
            <p:ph type="title"/>
          </p:nvPr>
        </p:nvSpPr>
        <p:spPr>
          <a:xfrm>
            <a:off x="508000" y="466750"/>
            <a:ext cx="3752700" cy="1868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Briefly describe your user or buyer persona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descr=" Introduction information of user" id="642" name="Google Shape;642;p62"/>
          <p:cNvSpPr txBox="1"/>
          <p:nvPr>
            <p:ph idx="1" type="subTitle"/>
          </p:nvPr>
        </p:nvSpPr>
        <p:spPr>
          <a:xfrm>
            <a:off x="3364075" y="3159975"/>
            <a:ext cx="1459500" cy="1868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>
                <a:latin typeface="Quantico"/>
                <a:ea typeface="Quantico"/>
                <a:cs typeface="Quantico"/>
                <a:sym typeface="Quantico"/>
              </a:rPr>
              <a:t>Persona Name</a:t>
            </a:r>
            <a:endParaRPr sz="1400"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</a:pPr>
            <a:r>
              <a:rPr lang="en"/>
              <a:t>Introduce your audience persona, who they are and where they come from. Mention their age and profession.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descr="User information" id="643" name="Google Shape;643;p62"/>
          <p:cNvSpPr txBox="1"/>
          <p:nvPr>
            <p:ph idx="4" type="subTitle"/>
          </p:nvPr>
        </p:nvSpPr>
        <p:spPr>
          <a:xfrm>
            <a:off x="5794450" y="2073450"/>
            <a:ext cx="1459500" cy="1642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1100">
                <a:latin typeface="Quantico"/>
                <a:ea typeface="Quantico"/>
                <a:cs typeface="Quantico"/>
                <a:sym typeface="Quantico"/>
              </a:rPr>
              <a:t>Needs </a:t>
            </a:r>
            <a:endParaRPr b="1" sz="1100"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</a:pPr>
            <a:r>
              <a:rPr lang="en"/>
              <a:t>Describe what your persona wants to achieve. List their goals and outline their motivations to pursue those goals.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 sz="1100"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SzPts val="1200"/>
              <a:buNone/>
            </a:pPr>
            <a:r>
              <a:t/>
            </a:r>
            <a:endParaRPr b="1" sz="1100"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descr="User information" id="644" name="Google Shape;644;p62"/>
          <p:cNvSpPr txBox="1"/>
          <p:nvPr>
            <p:ph idx="5" type="subTitle"/>
          </p:nvPr>
        </p:nvSpPr>
        <p:spPr>
          <a:xfrm>
            <a:off x="7371675" y="2073450"/>
            <a:ext cx="1294500" cy="1642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1100">
                <a:latin typeface="Quantico"/>
                <a:ea typeface="Quantico"/>
                <a:cs typeface="Quantico"/>
                <a:sym typeface="Quantico"/>
              </a:rPr>
              <a:t>Pain points</a:t>
            </a:r>
            <a:endParaRPr b="1" sz="1100"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</a:pPr>
            <a:r>
              <a:rPr lang="en"/>
              <a:t>Describe an obstacle your persona struggles with.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</a:pPr>
            <a:r>
              <a:rPr lang="en"/>
              <a:t>Think about what interferes with their needs and motivations.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SzPts val="1200"/>
              <a:buNone/>
            </a:pPr>
            <a:r>
              <a:t/>
            </a:r>
            <a:endParaRPr b="1"/>
          </a:p>
        </p:txBody>
      </p:sp>
      <p:sp>
        <p:nvSpPr>
          <p:cNvPr descr="User information" id="645" name="Google Shape;645;p62"/>
          <p:cNvSpPr txBox="1"/>
          <p:nvPr>
            <p:ph idx="6" type="subTitle"/>
          </p:nvPr>
        </p:nvSpPr>
        <p:spPr>
          <a:xfrm>
            <a:off x="5794450" y="3940350"/>
            <a:ext cx="2831400" cy="917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1100">
                <a:latin typeface="Quantico"/>
                <a:ea typeface="Quantico"/>
                <a:cs typeface="Quantico"/>
                <a:sym typeface="Quantico"/>
              </a:rPr>
              <a:t>How we can help</a:t>
            </a:r>
            <a:endParaRPr b="1" sz="1100"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</a:pPr>
            <a:r>
              <a:rPr lang="en"/>
              <a:t>Describe how your product or service helps your persona to achieve their goals and solve their pain points.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SzPts val="1200"/>
              <a:buNone/>
            </a:pPr>
            <a:r>
              <a:t/>
            </a:r>
            <a:endParaRPr b="1"/>
          </a:p>
        </p:txBody>
      </p:sp>
      <p:pic>
        <p:nvPicPr>
          <p:cNvPr descr="A businesswoman smiles for the camera while standing in an office. " id="646" name="Google Shape;646;p6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0666" l="13261" r="35889" t="6876"/>
          <a:stretch/>
        </p:blipFill>
        <p:spPr>
          <a:xfrm>
            <a:off x="75" y="2673275"/>
            <a:ext cx="3014400" cy="2471400"/>
          </a:xfrm>
          <a:prstGeom prst="snip1Rect">
            <a:avLst>
              <a:gd fmla="val 16667" name="adj"/>
            </a:avLst>
          </a:prstGeom>
        </p:spPr>
      </p:pic>
      <p:pic>
        <p:nvPicPr>
          <p:cNvPr descr="A businesswoman smiles while standing in front of her colleagues" id="647" name="Google Shape;647;p62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39956" l="27794" r="3595" t="8697"/>
          <a:stretch/>
        </p:blipFill>
        <p:spPr>
          <a:xfrm>
            <a:off x="5341625" y="-3800"/>
            <a:ext cx="3802500" cy="1899300"/>
          </a:xfrm>
          <a:prstGeom prst="snip1Rect">
            <a:avLst>
              <a:gd fmla="val 16667" name="adj"/>
            </a:avLst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63"/>
          <p:cNvSpPr/>
          <p:nvPr/>
        </p:nvSpPr>
        <p:spPr>
          <a:xfrm>
            <a:off x="3577046" y="1517754"/>
            <a:ext cx="1775400" cy="11175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53" name="Google Shape;653;p63"/>
          <p:cNvSpPr/>
          <p:nvPr/>
        </p:nvSpPr>
        <p:spPr>
          <a:xfrm>
            <a:off x="7171827" y="1517754"/>
            <a:ext cx="1775400" cy="11175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54" name="Google Shape;654;p63"/>
          <p:cNvSpPr/>
          <p:nvPr/>
        </p:nvSpPr>
        <p:spPr>
          <a:xfrm>
            <a:off x="3577045" y="2655039"/>
            <a:ext cx="1775400" cy="11175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55" name="Google Shape;655;p63"/>
          <p:cNvSpPr/>
          <p:nvPr/>
        </p:nvSpPr>
        <p:spPr>
          <a:xfrm>
            <a:off x="5372353" y="2655039"/>
            <a:ext cx="1775400" cy="1117500"/>
          </a:xfrm>
          <a:prstGeom prst="snip1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56" name="Google Shape;656;p63"/>
          <p:cNvSpPr/>
          <p:nvPr/>
        </p:nvSpPr>
        <p:spPr>
          <a:xfrm>
            <a:off x="5372338" y="1517754"/>
            <a:ext cx="1775400" cy="1117500"/>
          </a:xfrm>
          <a:prstGeom prst="snip1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57" name="Google Shape;657;p63"/>
          <p:cNvSpPr/>
          <p:nvPr/>
        </p:nvSpPr>
        <p:spPr>
          <a:xfrm>
            <a:off x="5372368" y="3792328"/>
            <a:ext cx="1775400" cy="1117500"/>
          </a:xfrm>
          <a:prstGeom prst="snip1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58" name="Google Shape;658;p63"/>
          <p:cNvSpPr/>
          <p:nvPr/>
        </p:nvSpPr>
        <p:spPr>
          <a:xfrm>
            <a:off x="7171857" y="3792338"/>
            <a:ext cx="1775400" cy="11175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59" name="Google Shape;659;p63"/>
          <p:cNvSpPr/>
          <p:nvPr/>
        </p:nvSpPr>
        <p:spPr>
          <a:xfrm>
            <a:off x="1781006" y="1517754"/>
            <a:ext cx="1775400" cy="1117500"/>
          </a:xfrm>
          <a:prstGeom prst="snip1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60" name="Google Shape;660;p63"/>
          <p:cNvSpPr/>
          <p:nvPr/>
        </p:nvSpPr>
        <p:spPr>
          <a:xfrm>
            <a:off x="1781006" y="3792338"/>
            <a:ext cx="1775400" cy="1117500"/>
          </a:xfrm>
          <a:prstGeom prst="snip1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61" name="Google Shape;661;p63"/>
          <p:cNvSpPr/>
          <p:nvPr/>
        </p:nvSpPr>
        <p:spPr>
          <a:xfrm>
            <a:off x="3577083" y="3792318"/>
            <a:ext cx="1775400" cy="11175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62" name="Google Shape;662;p63"/>
          <p:cNvSpPr/>
          <p:nvPr/>
        </p:nvSpPr>
        <p:spPr>
          <a:xfrm>
            <a:off x="1780962" y="2655039"/>
            <a:ext cx="1775400" cy="1117500"/>
          </a:xfrm>
          <a:prstGeom prst="snip1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63" name="Google Shape;663;p63"/>
          <p:cNvSpPr/>
          <p:nvPr/>
        </p:nvSpPr>
        <p:spPr>
          <a:xfrm>
            <a:off x="7171897" y="2655039"/>
            <a:ext cx="1775400" cy="11175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64" name="Google Shape;664;p63"/>
          <p:cNvSpPr txBox="1"/>
          <p:nvPr>
            <p:ph type="title"/>
          </p:nvPr>
        </p:nvSpPr>
        <p:spPr>
          <a:xfrm>
            <a:off x="452621" y="455239"/>
            <a:ext cx="6964800" cy="651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Outline a far-reaching insight about your competitive land</a:t>
            </a:r>
            <a:r>
              <a:rPr lang="en"/>
              <a:t>s</a:t>
            </a:r>
            <a:r>
              <a:rPr lang="en"/>
              <a:t>cape.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2300"/>
          </a:p>
        </p:txBody>
      </p:sp>
      <p:sp>
        <p:nvSpPr>
          <p:cNvPr id="665" name="Google Shape;665;p63"/>
          <p:cNvSpPr txBox="1"/>
          <p:nvPr>
            <p:ph idx="1" type="subTitle"/>
          </p:nvPr>
        </p:nvSpPr>
        <p:spPr>
          <a:xfrm>
            <a:off x="455153" y="1847050"/>
            <a:ext cx="1278600" cy="41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Product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features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666" name="Google Shape;666;p63"/>
          <p:cNvSpPr txBox="1"/>
          <p:nvPr>
            <p:ph idx="2" type="subTitle"/>
          </p:nvPr>
        </p:nvSpPr>
        <p:spPr>
          <a:xfrm>
            <a:off x="455153" y="2961963"/>
            <a:ext cx="1278600" cy="41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Strengths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667" name="Google Shape;667;p63"/>
          <p:cNvSpPr txBox="1"/>
          <p:nvPr>
            <p:ph idx="3" type="subTitle"/>
          </p:nvPr>
        </p:nvSpPr>
        <p:spPr>
          <a:xfrm>
            <a:off x="455146" y="3929375"/>
            <a:ext cx="1278600" cy="41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Weaknesses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668" name="Google Shape;668;p63"/>
          <p:cNvSpPr txBox="1"/>
          <p:nvPr>
            <p:ph idx="4" type="subTitle"/>
          </p:nvPr>
        </p:nvSpPr>
        <p:spPr>
          <a:xfrm>
            <a:off x="1781075" y="1241375"/>
            <a:ext cx="1498800" cy="27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Competitor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669" name="Google Shape;669;p63"/>
          <p:cNvSpPr txBox="1"/>
          <p:nvPr>
            <p:ph idx="5" type="subTitle"/>
          </p:nvPr>
        </p:nvSpPr>
        <p:spPr>
          <a:xfrm>
            <a:off x="3596300" y="1241375"/>
            <a:ext cx="1498800" cy="27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Competitor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670" name="Google Shape;670;p63"/>
          <p:cNvSpPr txBox="1"/>
          <p:nvPr>
            <p:ph idx="6" type="subTitle"/>
          </p:nvPr>
        </p:nvSpPr>
        <p:spPr>
          <a:xfrm>
            <a:off x="5411525" y="1241375"/>
            <a:ext cx="1498800" cy="27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Competitor 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671" name="Google Shape;671;p63"/>
          <p:cNvSpPr txBox="1"/>
          <p:nvPr>
            <p:ph idx="7" type="subTitle"/>
          </p:nvPr>
        </p:nvSpPr>
        <p:spPr>
          <a:xfrm>
            <a:off x="7226750" y="1241375"/>
            <a:ext cx="1498800" cy="26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Competitor 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672" name="Google Shape;672;p63"/>
          <p:cNvSpPr txBox="1"/>
          <p:nvPr>
            <p:ph idx="14" type="subTitle"/>
          </p:nvPr>
        </p:nvSpPr>
        <p:spPr>
          <a:xfrm>
            <a:off x="1927950" y="1673800"/>
            <a:ext cx="1498800" cy="81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List 2 or more of this competitor’s features:</a:t>
            </a:r>
            <a:endParaRPr/>
          </a:p>
          <a:p>
            <a:pPr indent="-12954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●"/>
            </a:pPr>
            <a:r>
              <a:rPr lang="en"/>
              <a:t>Feature 1</a:t>
            </a:r>
            <a:endParaRPr/>
          </a:p>
          <a:p>
            <a:pPr indent="-129540" lvl="0" marL="18288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●"/>
            </a:pPr>
            <a:r>
              <a:rPr lang="en"/>
              <a:t>Feature 2</a:t>
            </a:r>
            <a:endParaRPr/>
          </a:p>
        </p:txBody>
      </p:sp>
      <p:sp>
        <p:nvSpPr>
          <p:cNvPr id="673" name="Google Shape;673;p63"/>
          <p:cNvSpPr txBox="1"/>
          <p:nvPr>
            <p:ph idx="14" type="subTitle"/>
          </p:nvPr>
        </p:nvSpPr>
        <p:spPr>
          <a:xfrm>
            <a:off x="3729800" y="1673800"/>
            <a:ext cx="1498800" cy="81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List 2 or more of this competitor’s features:</a:t>
            </a:r>
            <a:endParaRPr/>
          </a:p>
          <a:p>
            <a:pPr indent="-12954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●"/>
            </a:pPr>
            <a:r>
              <a:rPr lang="en"/>
              <a:t>Feature 1</a:t>
            </a:r>
            <a:endParaRPr/>
          </a:p>
          <a:p>
            <a:pPr indent="-12954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●"/>
            </a:pPr>
            <a:r>
              <a:rPr lang="en"/>
              <a:t>Feature 2</a:t>
            </a:r>
            <a:endParaRPr/>
          </a:p>
        </p:txBody>
      </p:sp>
      <p:sp>
        <p:nvSpPr>
          <p:cNvPr id="674" name="Google Shape;674;p63"/>
          <p:cNvSpPr txBox="1"/>
          <p:nvPr>
            <p:ph idx="14" type="subTitle"/>
          </p:nvPr>
        </p:nvSpPr>
        <p:spPr>
          <a:xfrm>
            <a:off x="5531650" y="1673800"/>
            <a:ext cx="1498800" cy="81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List 2 or more of this competitor’s features:</a:t>
            </a:r>
            <a:endParaRPr/>
          </a:p>
          <a:p>
            <a:pPr indent="-129540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Char char="●"/>
            </a:pPr>
            <a:r>
              <a:rPr lang="en"/>
              <a:t>Feature 1</a:t>
            </a:r>
            <a:endParaRPr/>
          </a:p>
          <a:p>
            <a:pPr indent="-129540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Char char="●"/>
            </a:pPr>
            <a:r>
              <a:rPr lang="en"/>
              <a:t>Feature 2</a:t>
            </a:r>
            <a:endParaRPr/>
          </a:p>
        </p:txBody>
      </p:sp>
      <p:sp>
        <p:nvSpPr>
          <p:cNvPr id="675" name="Google Shape;675;p63"/>
          <p:cNvSpPr txBox="1"/>
          <p:nvPr>
            <p:ph idx="14" type="subTitle"/>
          </p:nvPr>
        </p:nvSpPr>
        <p:spPr>
          <a:xfrm>
            <a:off x="7333500" y="1673800"/>
            <a:ext cx="1498800" cy="81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List 2 or more of this competitor’s features:</a:t>
            </a:r>
            <a:endParaRPr/>
          </a:p>
          <a:p>
            <a:pPr indent="-129540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Char char="●"/>
            </a:pPr>
            <a:r>
              <a:rPr lang="en"/>
              <a:t>Feature 1</a:t>
            </a:r>
            <a:endParaRPr/>
          </a:p>
          <a:p>
            <a:pPr indent="-129540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Char char="●"/>
            </a:pPr>
            <a:r>
              <a:rPr lang="en"/>
              <a:t>Feature 2</a:t>
            </a:r>
            <a:endParaRPr/>
          </a:p>
        </p:txBody>
      </p:sp>
      <p:sp>
        <p:nvSpPr>
          <p:cNvPr id="676" name="Google Shape;676;p63"/>
          <p:cNvSpPr txBox="1"/>
          <p:nvPr>
            <p:ph idx="14" type="subTitle"/>
          </p:nvPr>
        </p:nvSpPr>
        <p:spPr>
          <a:xfrm>
            <a:off x="1927950" y="2804400"/>
            <a:ext cx="1498800" cy="81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List 2 or more of this competitor’s </a:t>
            </a:r>
            <a:r>
              <a:rPr lang="en"/>
              <a:t>features</a:t>
            </a:r>
            <a:r>
              <a:rPr lang="en"/>
              <a:t>:</a:t>
            </a:r>
            <a:endParaRPr/>
          </a:p>
          <a:p>
            <a:pPr indent="-129540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Char char="●"/>
            </a:pPr>
            <a:r>
              <a:rPr lang="en"/>
              <a:t>Strength 1</a:t>
            </a:r>
            <a:endParaRPr/>
          </a:p>
          <a:p>
            <a:pPr indent="-129540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Char char="●"/>
            </a:pPr>
            <a:r>
              <a:rPr lang="en"/>
              <a:t>Strength 2</a:t>
            </a:r>
            <a:endParaRPr/>
          </a:p>
        </p:txBody>
      </p:sp>
      <p:sp>
        <p:nvSpPr>
          <p:cNvPr id="677" name="Google Shape;677;p63"/>
          <p:cNvSpPr txBox="1"/>
          <p:nvPr>
            <p:ph idx="14" type="subTitle"/>
          </p:nvPr>
        </p:nvSpPr>
        <p:spPr>
          <a:xfrm>
            <a:off x="3729800" y="2804400"/>
            <a:ext cx="1498800" cy="81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List 2 or more of this competitor’s features:</a:t>
            </a:r>
            <a:endParaRPr/>
          </a:p>
          <a:p>
            <a:pPr indent="-129540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Char char="●"/>
            </a:pPr>
            <a:r>
              <a:rPr lang="en"/>
              <a:t>Strength</a:t>
            </a:r>
            <a:r>
              <a:rPr lang="en"/>
              <a:t> 1</a:t>
            </a:r>
            <a:endParaRPr/>
          </a:p>
          <a:p>
            <a:pPr indent="-129540" lvl="0" marL="182880" rtl="0" algn="l">
              <a:spcBef>
                <a:spcPts val="0"/>
              </a:spcBef>
              <a:spcAft>
                <a:spcPts val="0"/>
              </a:spcAft>
              <a:buSzPts val="600"/>
              <a:buChar char="●"/>
            </a:pPr>
            <a:r>
              <a:rPr lang="en"/>
              <a:t>Strength 2</a:t>
            </a:r>
            <a:endParaRPr/>
          </a:p>
        </p:txBody>
      </p:sp>
      <p:sp>
        <p:nvSpPr>
          <p:cNvPr id="678" name="Google Shape;678;p63"/>
          <p:cNvSpPr txBox="1"/>
          <p:nvPr>
            <p:ph idx="14" type="subTitle"/>
          </p:nvPr>
        </p:nvSpPr>
        <p:spPr>
          <a:xfrm>
            <a:off x="5531650" y="2804400"/>
            <a:ext cx="1498800" cy="81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List 2 or more of this competitor’s features:</a:t>
            </a:r>
            <a:endParaRPr/>
          </a:p>
          <a:p>
            <a:pPr indent="-129540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Char char="●"/>
            </a:pPr>
            <a:r>
              <a:rPr lang="en"/>
              <a:t>Strength 1</a:t>
            </a:r>
            <a:endParaRPr/>
          </a:p>
          <a:p>
            <a:pPr indent="-129540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Char char="●"/>
            </a:pPr>
            <a:r>
              <a:rPr lang="en"/>
              <a:t>Strength 2</a:t>
            </a:r>
            <a:endParaRPr/>
          </a:p>
        </p:txBody>
      </p:sp>
      <p:sp>
        <p:nvSpPr>
          <p:cNvPr id="679" name="Google Shape;679;p63"/>
          <p:cNvSpPr txBox="1"/>
          <p:nvPr>
            <p:ph idx="14" type="subTitle"/>
          </p:nvPr>
        </p:nvSpPr>
        <p:spPr>
          <a:xfrm>
            <a:off x="7333500" y="2804400"/>
            <a:ext cx="1498800" cy="81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List 2 or more of this competitor’s features:</a:t>
            </a:r>
            <a:endParaRPr/>
          </a:p>
          <a:p>
            <a:pPr indent="-129540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Char char="●"/>
            </a:pPr>
            <a:r>
              <a:rPr lang="en"/>
              <a:t>Strength 1</a:t>
            </a:r>
            <a:endParaRPr/>
          </a:p>
          <a:p>
            <a:pPr indent="-129540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Char char="●"/>
            </a:pPr>
            <a:r>
              <a:rPr lang="en"/>
              <a:t>Strength  2</a:t>
            </a:r>
            <a:endParaRPr/>
          </a:p>
        </p:txBody>
      </p:sp>
      <p:sp>
        <p:nvSpPr>
          <p:cNvPr id="680" name="Google Shape;680;p63"/>
          <p:cNvSpPr txBox="1"/>
          <p:nvPr>
            <p:ph idx="14" type="subTitle"/>
          </p:nvPr>
        </p:nvSpPr>
        <p:spPr>
          <a:xfrm>
            <a:off x="1927950" y="3935000"/>
            <a:ext cx="1498800" cy="81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List 2 or more of this competitor’s </a:t>
            </a:r>
            <a:r>
              <a:rPr lang="en"/>
              <a:t>features</a:t>
            </a:r>
            <a:r>
              <a:rPr lang="en"/>
              <a:t>:</a:t>
            </a:r>
            <a:endParaRPr/>
          </a:p>
          <a:p>
            <a:pPr indent="-129540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Char char="●"/>
            </a:pPr>
            <a:r>
              <a:rPr lang="en"/>
              <a:t>Weakness 1</a:t>
            </a:r>
            <a:endParaRPr/>
          </a:p>
          <a:p>
            <a:pPr indent="-129540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Char char="●"/>
            </a:pPr>
            <a:r>
              <a:rPr lang="en"/>
              <a:t>Weakness  2</a:t>
            </a:r>
            <a:endParaRPr/>
          </a:p>
        </p:txBody>
      </p:sp>
      <p:sp>
        <p:nvSpPr>
          <p:cNvPr id="681" name="Google Shape;681;p63"/>
          <p:cNvSpPr txBox="1"/>
          <p:nvPr>
            <p:ph idx="14" type="subTitle"/>
          </p:nvPr>
        </p:nvSpPr>
        <p:spPr>
          <a:xfrm>
            <a:off x="3729800" y="3935000"/>
            <a:ext cx="1498800" cy="81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List 2 or more of this competitor’s features:</a:t>
            </a:r>
            <a:endParaRPr/>
          </a:p>
          <a:p>
            <a:pPr indent="-129540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Char char="●"/>
            </a:pPr>
            <a:r>
              <a:rPr lang="en"/>
              <a:t>Weakness 1</a:t>
            </a:r>
            <a:endParaRPr/>
          </a:p>
          <a:p>
            <a:pPr indent="-129540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Char char="●"/>
            </a:pPr>
            <a:r>
              <a:rPr lang="en"/>
              <a:t>Weakness 2</a:t>
            </a:r>
            <a:endParaRPr/>
          </a:p>
        </p:txBody>
      </p:sp>
      <p:sp>
        <p:nvSpPr>
          <p:cNvPr id="682" name="Google Shape;682;p63"/>
          <p:cNvSpPr txBox="1"/>
          <p:nvPr>
            <p:ph idx="14" type="subTitle"/>
          </p:nvPr>
        </p:nvSpPr>
        <p:spPr>
          <a:xfrm>
            <a:off x="5531650" y="3935000"/>
            <a:ext cx="1498800" cy="81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List 2 or more of this competitor’s features:</a:t>
            </a:r>
            <a:endParaRPr/>
          </a:p>
          <a:p>
            <a:pPr indent="-129540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Char char="●"/>
            </a:pPr>
            <a:r>
              <a:rPr lang="en"/>
              <a:t>Weakness 1</a:t>
            </a:r>
            <a:endParaRPr/>
          </a:p>
          <a:p>
            <a:pPr indent="-129540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Char char="●"/>
            </a:pPr>
            <a:r>
              <a:rPr lang="en"/>
              <a:t>Weakness 2</a:t>
            </a:r>
            <a:endParaRPr/>
          </a:p>
        </p:txBody>
      </p:sp>
      <p:sp>
        <p:nvSpPr>
          <p:cNvPr id="683" name="Google Shape;683;p63"/>
          <p:cNvSpPr txBox="1"/>
          <p:nvPr>
            <p:ph idx="14" type="subTitle"/>
          </p:nvPr>
        </p:nvSpPr>
        <p:spPr>
          <a:xfrm>
            <a:off x="7333500" y="3935000"/>
            <a:ext cx="1498800" cy="81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List 2 or more of this competitor’s features:</a:t>
            </a:r>
            <a:endParaRPr/>
          </a:p>
          <a:p>
            <a:pPr indent="-129540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Char char="●"/>
            </a:pPr>
            <a:r>
              <a:rPr lang="en"/>
              <a:t>Weakness 1</a:t>
            </a:r>
            <a:endParaRPr/>
          </a:p>
          <a:p>
            <a:pPr indent="-129540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Char char="●"/>
            </a:pPr>
            <a:r>
              <a:rPr lang="en"/>
              <a:t>Weakness 2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64"/>
          <p:cNvSpPr/>
          <p:nvPr/>
        </p:nvSpPr>
        <p:spPr>
          <a:xfrm>
            <a:off x="749800" y="0"/>
            <a:ext cx="8394200" cy="5149746"/>
          </a:xfrm>
          <a:custGeom>
            <a:rect b="b" l="l" r="r" t="t"/>
            <a:pathLst>
              <a:path extrusionOk="0" h="206444" w="335768">
                <a:moveTo>
                  <a:pt x="31959" y="0"/>
                </a:moveTo>
                <a:lnTo>
                  <a:pt x="0" y="31565"/>
                </a:lnTo>
                <a:lnTo>
                  <a:pt x="0" y="206444"/>
                </a:lnTo>
                <a:lnTo>
                  <a:pt x="335768" y="206444"/>
                </a:lnTo>
                <a:lnTo>
                  <a:pt x="335768" y="292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9" name="Google Shape;689;p64"/>
          <p:cNvSpPr/>
          <p:nvPr/>
        </p:nvSpPr>
        <p:spPr>
          <a:xfrm>
            <a:off x="2556275" y="294200"/>
            <a:ext cx="6587725" cy="4878500"/>
          </a:xfrm>
          <a:custGeom>
            <a:rect b="b" l="l" r="r" t="t"/>
            <a:pathLst>
              <a:path extrusionOk="0" h="195140" w="263509">
                <a:moveTo>
                  <a:pt x="32919" y="0"/>
                </a:moveTo>
                <a:lnTo>
                  <a:pt x="0" y="32096"/>
                </a:lnTo>
                <a:lnTo>
                  <a:pt x="60" y="194886"/>
                </a:lnTo>
                <a:lnTo>
                  <a:pt x="263509" y="195140"/>
                </a:lnTo>
                <a:lnTo>
                  <a:pt x="263347" y="0"/>
                </a:lnTo>
                <a:close/>
              </a:path>
            </a:pathLst>
          </a:custGeom>
          <a:solidFill>
            <a:schemeClr val="dk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0" name="Google Shape;690;p64"/>
          <p:cNvSpPr/>
          <p:nvPr/>
        </p:nvSpPr>
        <p:spPr>
          <a:xfrm>
            <a:off x="4395250" y="633675"/>
            <a:ext cx="4748750" cy="4539025"/>
          </a:xfrm>
          <a:custGeom>
            <a:rect b="b" l="l" r="r" t="t"/>
            <a:pathLst>
              <a:path extrusionOk="0" h="181561" w="189950">
                <a:moveTo>
                  <a:pt x="189950" y="104"/>
                </a:moveTo>
                <a:lnTo>
                  <a:pt x="30038" y="0"/>
                </a:lnTo>
                <a:lnTo>
                  <a:pt x="0" y="29215"/>
                </a:lnTo>
                <a:lnTo>
                  <a:pt x="466" y="181561"/>
                </a:lnTo>
                <a:lnTo>
                  <a:pt x="189950" y="181561"/>
                </a:lnTo>
                <a:close/>
              </a:path>
            </a:pathLst>
          </a:custGeom>
          <a:solidFill>
            <a:schemeClr val="l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1" name="Google Shape;691;p64"/>
          <p:cNvSpPr/>
          <p:nvPr/>
        </p:nvSpPr>
        <p:spPr>
          <a:xfrm>
            <a:off x="6229350" y="969000"/>
            <a:ext cx="2914650" cy="4197350"/>
          </a:xfrm>
          <a:custGeom>
            <a:rect b="b" l="l" r="r" t="t"/>
            <a:pathLst>
              <a:path extrusionOk="0" h="167894" w="116586">
                <a:moveTo>
                  <a:pt x="116582" y="166"/>
                </a:moveTo>
                <a:lnTo>
                  <a:pt x="25645" y="166"/>
                </a:lnTo>
                <a:lnTo>
                  <a:pt x="133" y="25266"/>
                </a:lnTo>
                <a:lnTo>
                  <a:pt x="0" y="167894"/>
                </a:lnTo>
                <a:lnTo>
                  <a:pt x="116383" y="167640"/>
                </a:lnTo>
                <a:lnTo>
                  <a:pt x="116586" y="0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2" name="Google Shape;692;p64"/>
          <p:cNvSpPr txBox="1"/>
          <p:nvPr>
            <p:ph idx="14" type="title"/>
          </p:nvPr>
        </p:nvSpPr>
        <p:spPr>
          <a:xfrm>
            <a:off x="474675" y="467679"/>
            <a:ext cx="3593100" cy="1008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>
                <a:solidFill>
                  <a:schemeClr val="accent4"/>
                </a:solidFill>
                <a:highlight>
                  <a:schemeClr val="lt1"/>
                </a:highlight>
              </a:rPr>
              <a:t>Classify your competitors by placing them into different columns based on  how successful they are now — and how prepared they are for the future.</a:t>
            </a:r>
            <a:endParaRPr>
              <a:solidFill>
                <a:schemeClr val="accent4"/>
              </a:solidFill>
              <a:highlight>
                <a:schemeClr val="lt1"/>
              </a:highlight>
            </a:endParaRPr>
          </a:p>
        </p:txBody>
      </p:sp>
      <p:sp>
        <p:nvSpPr>
          <p:cNvPr id="693" name="Google Shape;693;p64"/>
          <p:cNvSpPr txBox="1"/>
          <p:nvPr>
            <p:ph idx="6" type="title"/>
          </p:nvPr>
        </p:nvSpPr>
        <p:spPr>
          <a:xfrm>
            <a:off x="966625" y="2228000"/>
            <a:ext cx="1294500" cy="21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List competitors who have a clear vision of the future, but have yet to fulfill their business potential.</a:t>
            </a:r>
            <a:endParaRPr/>
          </a:p>
          <a:p>
            <a:pPr indent="-129540" lvl="0" marL="1828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Font typeface="Lato"/>
              <a:buChar char="●"/>
            </a:pPr>
            <a:r>
              <a:rPr lang="en"/>
              <a:t>Competitor 1</a:t>
            </a:r>
            <a:endParaRPr/>
          </a:p>
          <a:p>
            <a:pPr indent="-129540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Lato"/>
              <a:buChar char="●"/>
            </a:pPr>
            <a:r>
              <a:rPr lang="en"/>
              <a:t>Competitor 2</a:t>
            </a:r>
            <a:endParaRPr/>
          </a:p>
        </p:txBody>
      </p:sp>
      <p:sp>
        <p:nvSpPr>
          <p:cNvPr id="694" name="Google Shape;694;p64"/>
          <p:cNvSpPr txBox="1"/>
          <p:nvPr>
            <p:ph type="title"/>
          </p:nvPr>
        </p:nvSpPr>
        <p:spPr>
          <a:xfrm>
            <a:off x="966625" y="1926200"/>
            <a:ext cx="15897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Visionaries</a:t>
            </a:r>
            <a:endParaRPr/>
          </a:p>
        </p:txBody>
      </p:sp>
      <p:sp>
        <p:nvSpPr>
          <p:cNvPr id="695" name="Google Shape;695;p64"/>
          <p:cNvSpPr txBox="1"/>
          <p:nvPr>
            <p:ph idx="7" type="title"/>
          </p:nvPr>
        </p:nvSpPr>
        <p:spPr>
          <a:xfrm>
            <a:off x="2768150" y="2228000"/>
            <a:ext cx="1294500" cy="21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List competitors who have a clear vision of the future, but have yet to fulfill their business potential.</a:t>
            </a:r>
            <a:endParaRPr/>
          </a:p>
          <a:p>
            <a:pPr indent="-129540" lvl="0" marL="1828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Font typeface="Lato"/>
              <a:buChar char="●"/>
            </a:pPr>
            <a:r>
              <a:rPr lang="en"/>
              <a:t>Competitor 1</a:t>
            </a:r>
            <a:endParaRPr/>
          </a:p>
          <a:p>
            <a:pPr indent="-129540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Lato"/>
              <a:buChar char="●"/>
            </a:pPr>
            <a:r>
              <a:rPr lang="en"/>
              <a:t>Competitor 2</a:t>
            </a:r>
            <a:endParaRPr/>
          </a:p>
        </p:txBody>
      </p:sp>
      <p:sp>
        <p:nvSpPr>
          <p:cNvPr id="696" name="Google Shape;696;p64"/>
          <p:cNvSpPr txBox="1"/>
          <p:nvPr>
            <p:ph idx="2" type="title"/>
          </p:nvPr>
        </p:nvSpPr>
        <p:spPr>
          <a:xfrm>
            <a:off x="2768150" y="1926200"/>
            <a:ext cx="15189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Niche Players</a:t>
            </a:r>
            <a:endParaRPr/>
          </a:p>
        </p:txBody>
      </p:sp>
      <p:sp>
        <p:nvSpPr>
          <p:cNvPr id="697" name="Google Shape;697;p64"/>
          <p:cNvSpPr txBox="1"/>
          <p:nvPr>
            <p:ph idx="3" type="title"/>
          </p:nvPr>
        </p:nvSpPr>
        <p:spPr>
          <a:xfrm>
            <a:off x="4609425" y="1926200"/>
            <a:ext cx="16200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Leaders</a:t>
            </a:r>
            <a:endParaRPr/>
          </a:p>
        </p:txBody>
      </p:sp>
      <p:sp>
        <p:nvSpPr>
          <p:cNvPr id="698" name="Google Shape;698;p64"/>
          <p:cNvSpPr txBox="1"/>
          <p:nvPr>
            <p:ph idx="9" type="title"/>
          </p:nvPr>
        </p:nvSpPr>
        <p:spPr>
          <a:xfrm>
            <a:off x="6437300" y="1926200"/>
            <a:ext cx="13767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Challengers</a:t>
            </a:r>
            <a:endParaRPr/>
          </a:p>
        </p:txBody>
      </p:sp>
      <p:sp>
        <p:nvSpPr>
          <p:cNvPr id="699" name="Google Shape;699;p64"/>
          <p:cNvSpPr txBox="1"/>
          <p:nvPr>
            <p:ph idx="13" type="title"/>
          </p:nvPr>
        </p:nvSpPr>
        <p:spPr>
          <a:xfrm>
            <a:off x="6437300" y="2228000"/>
            <a:ext cx="1244400" cy="21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List competitors who have a clear vision of the future, but have yet to fulfill their business potential.</a:t>
            </a:r>
            <a:endParaRPr/>
          </a:p>
          <a:p>
            <a:pPr indent="-129540" lvl="0" marL="1828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Font typeface="Lato"/>
              <a:buChar char="●"/>
            </a:pPr>
            <a:r>
              <a:rPr lang="en"/>
              <a:t>Competitor 1</a:t>
            </a:r>
            <a:endParaRPr/>
          </a:p>
          <a:p>
            <a:pPr indent="-129540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Lato"/>
              <a:buChar char="●"/>
            </a:pPr>
            <a:r>
              <a:rPr lang="en"/>
              <a:t>Competitor 2</a:t>
            </a:r>
            <a:endParaRPr/>
          </a:p>
        </p:txBody>
      </p:sp>
      <p:sp>
        <p:nvSpPr>
          <p:cNvPr id="700" name="Google Shape;700;p64"/>
          <p:cNvSpPr txBox="1"/>
          <p:nvPr>
            <p:ph idx="8" type="title"/>
          </p:nvPr>
        </p:nvSpPr>
        <p:spPr>
          <a:xfrm>
            <a:off x="4609425" y="2228000"/>
            <a:ext cx="1376700" cy="21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List competitors who have a clear vision of the future, but have yet to fulfill their business potential.</a:t>
            </a:r>
            <a:endParaRPr/>
          </a:p>
          <a:p>
            <a:pPr indent="-129540" lvl="0" marL="1828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Font typeface="Lato"/>
              <a:buChar char="●"/>
            </a:pPr>
            <a:r>
              <a:rPr lang="en"/>
              <a:t>Competitor 1</a:t>
            </a:r>
            <a:endParaRPr/>
          </a:p>
          <a:p>
            <a:pPr indent="-129540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Lato"/>
              <a:buChar char="●"/>
            </a:pPr>
            <a:r>
              <a:rPr lang="en"/>
              <a:t>Competitor 2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65"/>
          <p:cNvSpPr txBox="1"/>
          <p:nvPr>
            <p:ph type="title"/>
          </p:nvPr>
        </p:nvSpPr>
        <p:spPr>
          <a:xfrm>
            <a:off x="443725" y="920775"/>
            <a:ext cx="3730500" cy="1095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Business model</a:t>
            </a:r>
            <a:endParaRPr/>
          </a:p>
        </p:txBody>
      </p:sp>
      <p:sp>
        <p:nvSpPr>
          <p:cNvPr id="706" name="Google Shape;706;p65"/>
          <p:cNvSpPr txBox="1"/>
          <p:nvPr>
            <p:ph idx="2" type="title"/>
          </p:nvPr>
        </p:nvSpPr>
        <p:spPr>
          <a:xfrm>
            <a:off x="507250" y="2657169"/>
            <a:ext cx="2344800" cy="44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"/>
              <a:t>Key activities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/>
          </a:p>
        </p:txBody>
      </p:sp>
      <p:sp>
        <p:nvSpPr>
          <p:cNvPr id="707" name="Google Shape;707;p65"/>
          <p:cNvSpPr txBox="1"/>
          <p:nvPr>
            <p:ph idx="3" type="title"/>
          </p:nvPr>
        </p:nvSpPr>
        <p:spPr>
          <a:xfrm>
            <a:off x="454725" y="1387875"/>
            <a:ext cx="3109200" cy="708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This is how you will create, deliver, and capture value.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t/>
            </a:r>
            <a:endParaRPr/>
          </a:p>
        </p:txBody>
      </p:sp>
      <p:sp>
        <p:nvSpPr>
          <p:cNvPr id="708" name="Google Shape;708;p65"/>
          <p:cNvSpPr txBox="1"/>
          <p:nvPr>
            <p:ph idx="13" type="title"/>
          </p:nvPr>
        </p:nvSpPr>
        <p:spPr>
          <a:xfrm>
            <a:off x="3477950" y="3170975"/>
            <a:ext cx="1583400" cy="643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What are the major costs of your proposal? Think about salaries, rent, marketing, etc.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709" name="Google Shape;709;p65"/>
          <p:cNvSpPr txBox="1"/>
          <p:nvPr>
            <p:ph idx="9" type="title"/>
          </p:nvPr>
        </p:nvSpPr>
        <p:spPr>
          <a:xfrm>
            <a:off x="3958525" y="2657175"/>
            <a:ext cx="1003500" cy="40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"/>
              <a:t>Cost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"/>
              <a:t>structure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/>
          </a:p>
        </p:txBody>
      </p:sp>
      <p:sp>
        <p:nvSpPr>
          <p:cNvPr id="710" name="Google Shape;710;p65"/>
          <p:cNvSpPr txBox="1"/>
          <p:nvPr>
            <p:ph idx="4" type="title"/>
          </p:nvPr>
        </p:nvSpPr>
        <p:spPr>
          <a:xfrm>
            <a:off x="507250" y="3648688"/>
            <a:ext cx="21378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200"/>
              <a:t>Key partnerships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1200"/>
          </a:p>
        </p:txBody>
      </p:sp>
      <p:sp>
        <p:nvSpPr>
          <p:cNvPr id="711" name="Google Shape;711;p65"/>
          <p:cNvSpPr txBox="1"/>
          <p:nvPr>
            <p:ph idx="5" type="title"/>
          </p:nvPr>
        </p:nvSpPr>
        <p:spPr>
          <a:xfrm>
            <a:off x="507250" y="3960850"/>
            <a:ext cx="2242500" cy="708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Who are your key partners or suppliers? What resources do they provide? And how do they contribute to your business model?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712" name="Google Shape;712;p65"/>
          <p:cNvSpPr txBox="1"/>
          <p:nvPr>
            <p:ph idx="6" type="title"/>
          </p:nvPr>
        </p:nvSpPr>
        <p:spPr>
          <a:xfrm>
            <a:off x="507250" y="2950200"/>
            <a:ext cx="2242500" cy="643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What are the core activities your company undertakes to deliver on the value proposition?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713" name="Google Shape;713;p65"/>
          <p:cNvSpPr txBox="1"/>
          <p:nvPr>
            <p:ph idx="14" type="title"/>
          </p:nvPr>
        </p:nvSpPr>
        <p:spPr>
          <a:xfrm>
            <a:off x="5156125" y="3170975"/>
            <a:ext cx="15516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Outline how you plan to generate revenue through sales, subscriptions, or other methods.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714" name="Google Shape;714;p65"/>
          <p:cNvSpPr txBox="1"/>
          <p:nvPr>
            <p:ph idx="7" type="title"/>
          </p:nvPr>
        </p:nvSpPr>
        <p:spPr>
          <a:xfrm>
            <a:off x="5654225" y="2657175"/>
            <a:ext cx="961200" cy="40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"/>
              <a:t>Revenue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"/>
              <a:t>streams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/>
          </a:p>
        </p:txBody>
      </p:sp>
      <p:sp>
        <p:nvSpPr>
          <p:cNvPr id="715" name="Google Shape;715;p65"/>
          <p:cNvSpPr txBox="1"/>
          <p:nvPr>
            <p:ph idx="15" type="title"/>
          </p:nvPr>
        </p:nvSpPr>
        <p:spPr>
          <a:xfrm>
            <a:off x="6837850" y="3170975"/>
            <a:ext cx="2022000" cy="708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Give your audience time to breathe. Recap the main points about your product or service.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716" name="Google Shape;716;p65"/>
          <p:cNvSpPr txBox="1"/>
          <p:nvPr>
            <p:ph idx="8" type="title"/>
          </p:nvPr>
        </p:nvSpPr>
        <p:spPr>
          <a:xfrm>
            <a:off x="7295800" y="2657175"/>
            <a:ext cx="1109100" cy="40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"/>
              <a:t>Value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"/>
              <a:t>proposition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/>
          </a:p>
        </p:txBody>
      </p:sp>
      <p:grpSp>
        <p:nvGrpSpPr>
          <p:cNvPr id="717" name="Google Shape;717;p65"/>
          <p:cNvGrpSpPr/>
          <p:nvPr/>
        </p:nvGrpSpPr>
        <p:grpSpPr>
          <a:xfrm>
            <a:off x="3491266" y="2672009"/>
            <a:ext cx="354364" cy="349967"/>
            <a:chOff x="3555804" y="2813397"/>
            <a:chExt cx="354364" cy="349967"/>
          </a:xfrm>
        </p:grpSpPr>
        <p:grpSp>
          <p:nvGrpSpPr>
            <p:cNvPr id="718" name="Google Shape;718;p65"/>
            <p:cNvGrpSpPr/>
            <p:nvPr/>
          </p:nvGrpSpPr>
          <p:grpSpPr>
            <a:xfrm>
              <a:off x="3555804" y="2813397"/>
              <a:ext cx="354364" cy="349967"/>
              <a:chOff x="4661157" y="3148471"/>
              <a:chExt cx="411000" cy="405900"/>
            </a:xfrm>
          </p:grpSpPr>
          <p:sp>
            <p:nvSpPr>
              <p:cNvPr id="719" name="Google Shape;719;p65"/>
              <p:cNvSpPr/>
              <p:nvPr/>
            </p:nvSpPr>
            <p:spPr>
              <a:xfrm rot="-5400000">
                <a:off x="4663707" y="3145921"/>
                <a:ext cx="405900" cy="411000"/>
              </a:xfrm>
              <a:prstGeom prst="snip1Rect">
                <a:avLst>
                  <a:gd fmla="val 43615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Quantico"/>
                  <a:ea typeface="Quantico"/>
                  <a:cs typeface="Quantico"/>
                  <a:sym typeface="Quantico"/>
                </a:endParaRPr>
              </a:p>
            </p:txBody>
          </p:sp>
          <p:grpSp>
            <p:nvGrpSpPr>
              <p:cNvPr id="720" name="Google Shape;720;p65"/>
              <p:cNvGrpSpPr/>
              <p:nvPr/>
            </p:nvGrpSpPr>
            <p:grpSpPr>
              <a:xfrm>
                <a:off x="4771850" y="3338495"/>
                <a:ext cx="206100" cy="107349"/>
                <a:chOff x="4771850" y="3338495"/>
                <a:chExt cx="206100" cy="107349"/>
              </a:xfrm>
            </p:grpSpPr>
            <p:sp>
              <p:nvSpPr>
                <p:cNvPr id="721" name="Google Shape;721;p65"/>
                <p:cNvSpPr/>
                <p:nvPr/>
              </p:nvSpPr>
              <p:spPr>
                <a:xfrm flipH="1">
                  <a:off x="4771850" y="3338495"/>
                  <a:ext cx="206100" cy="37200"/>
                </a:xfrm>
                <a:prstGeom prst="snip1Rect">
                  <a:avLst>
                    <a:gd fmla="val 0" name="adj"/>
                  </a:avLst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Quantico"/>
                    <a:ea typeface="Quantico"/>
                    <a:cs typeface="Quantico"/>
                    <a:sym typeface="Quantico"/>
                  </a:endParaRPr>
                </a:p>
              </p:txBody>
            </p:sp>
            <p:sp>
              <p:nvSpPr>
                <p:cNvPr id="722" name="Google Shape;722;p65"/>
                <p:cNvSpPr/>
                <p:nvPr/>
              </p:nvSpPr>
              <p:spPr>
                <a:xfrm flipH="1">
                  <a:off x="4771850" y="3408644"/>
                  <a:ext cx="206100" cy="37200"/>
                </a:xfrm>
                <a:prstGeom prst="snip1Rect">
                  <a:avLst>
                    <a:gd fmla="val 0" name="adj"/>
                  </a:avLst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Quantico"/>
                    <a:ea typeface="Quantico"/>
                    <a:cs typeface="Quantico"/>
                    <a:sym typeface="Quantico"/>
                  </a:endParaRPr>
                </a:p>
              </p:txBody>
            </p:sp>
          </p:grpSp>
        </p:grpSp>
        <p:sp>
          <p:nvSpPr>
            <p:cNvPr id="723" name="Google Shape;723;p65"/>
            <p:cNvSpPr/>
            <p:nvPr/>
          </p:nvSpPr>
          <p:spPr>
            <a:xfrm flipH="1">
              <a:off x="3710775" y="2919925"/>
              <a:ext cx="114300" cy="32100"/>
            </a:xfrm>
            <a:prstGeom prst="snip1Rect">
              <a:avLst>
                <a:gd fmla="val 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</p:grpSp>
      <p:grpSp>
        <p:nvGrpSpPr>
          <p:cNvPr id="724" name="Google Shape;724;p65"/>
          <p:cNvGrpSpPr/>
          <p:nvPr/>
        </p:nvGrpSpPr>
        <p:grpSpPr>
          <a:xfrm>
            <a:off x="5154417" y="2672011"/>
            <a:ext cx="354364" cy="326688"/>
            <a:chOff x="4644804" y="882316"/>
            <a:chExt cx="411000" cy="378900"/>
          </a:xfrm>
        </p:grpSpPr>
        <p:sp>
          <p:nvSpPr>
            <p:cNvPr id="725" name="Google Shape;725;p65"/>
            <p:cNvSpPr/>
            <p:nvPr/>
          </p:nvSpPr>
          <p:spPr>
            <a:xfrm rot="-5400000">
              <a:off x="4660854" y="866266"/>
              <a:ext cx="378900" cy="411000"/>
            </a:xfrm>
            <a:prstGeom prst="snip1Rect">
              <a:avLst>
                <a:gd fmla="val 43615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grpSp>
          <p:nvGrpSpPr>
            <p:cNvPr id="726" name="Google Shape;726;p65"/>
            <p:cNvGrpSpPr/>
            <p:nvPr/>
          </p:nvGrpSpPr>
          <p:grpSpPr>
            <a:xfrm>
              <a:off x="4755501" y="1014779"/>
              <a:ext cx="181227" cy="142380"/>
              <a:chOff x="3574761" y="2550897"/>
              <a:chExt cx="212284" cy="166800"/>
            </a:xfrm>
          </p:grpSpPr>
          <p:cxnSp>
            <p:nvCxnSpPr>
              <p:cNvPr id="727" name="Google Shape;727;p65"/>
              <p:cNvCxnSpPr/>
              <p:nvPr/>
            </p:nvCxnSpPr>
            <p:spPr>
              <a:xfrm>
                <a:off x="3574761" y="2627093"/>
                <a:ext cx="99900" cy="90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28" name="Google Shape;728;p65"/>
              <p:cNvCxnSpPr/>
              <p:nvPr/>
            </p:nvCxnSpPr>
            <p:spPr>
              <a:xfrm flipH="1" rot="10800000">
                <a:off x="3639445" y="2550897"/>
                <a:ext cx="147600" cy="1668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729" name="Google Shape;729;p65"/>
          <p:cNvGrpSpPr/>
          <p:nvPr/>
        </p:nvGrpSpPr>
        <p:grpSpPr>
          <a:xfrm>
            <a:off x="6837838" y="2672000"/>
            <a:ext cx="354300" cy="326700"/>
            <a:chOff x="6167438" y="2787288"/>
            <a:chExt cx="354300" cy="326700"/>
          </a:xfrm>
        </p:grpSpPr>
        <p:sp>
          <p:nvSpPr>
            <p:cNvPr id="730" name="Google Shape;730;p65"/>
            <p:cNvSpPr/>
            <p:nvPr/>
          </p:nvSpPr>
          <p:spPr>
            <a:xfrm rot="-5400000">
              <a:off x="6181238" y="2773488"/>
              <a:ext cx="326700" cy="354300"/>
            </a:xfrm>
            <a:prstGeom prst="snip1Rect">
              <a:avLst>
                <a:gd fmla="val 43615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grpSp>
          <p:nvGrpSpPr>
            <p:cNvPr id="731" name="Google Shape;731;p65"/>
            <p:cNvGrpSpPr/>
            <p:nvPr/>
          </p:nvGrpSpPr>
          <p:grpSpPr>
            <a:xfrm>
              <a:off x="6288736" y="2893968"/>
              <a:ext cx="111780" cy="136617"/>
              <a:chOff x="11729716" y="1890873"/>
              <a:chExt cx="129600" cy="158396"/>
            </a:xfrm>
          </p:grpSpPr>
          <p:sp>
            <p:nvSpPr>
              <p:cNvPr id="732" name="Google Shape;732;p65"/>
              <p:cNvSpPr/>
              <p:nvPr/>
            </p:nvSpPr>
            <p:spPr>
              <a:xfrm>
                <a:off x="11754756" y="1890873"/>
                <a:ext cx="79500" cy="792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Quantico"/>
                  <a:ea typeface="Quantico"/>
                  <a:cs typeface="Quantico"/>
                  <a:sym typeface="Quantico"/>
                </a:endParaRPr>
              </a:p>
            </p:txBody>
          </p:sp>
          <p:sp>
            <p:nvSpPr>
              <p:cNvPr id="733" name="Google Shape;733;p65"/>
              <p:cNvSpPr/>
              <p:nvPr/>
            </p:nvSpPr>
            <p:spPr>
              <a:xfrm>
                <a:off x="11729716" y="1970069"/>
                <a:ext cx="129600" cy="79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Quantico"/>
                  <a:ea typeface="Quantico"/>
                  <a:cs typeface="Quantico"/>
                  <a:sym typeface="Quantico"/>
                </a:endParaRPr>
              </a:p>
            </p:txBody>
          </p:sp>
        </p:grpSp>
      </p:grpSp>
      <p:sp>
        <p:nvSpPr>
          <p:cNvPr id="734" name="Google Shape;734;p65"/>
          <p:cNvSpPr/>
          <p:nvPr/>
        </p:nvSpPr>
        <p:spPr>
          <a:xfrm>
            <a:off x="5181938" y="4061463"/>
            <a:ext cx="42000" cy="552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35" name="Google Shape;735;p65"/>
          <p:cNvSpPr/>
          <p:nvPr/>
        </p:nvSpPr>
        <p:spPr>
          <a:xfrm>
            <a:off x="5181938" y="4305038"/>
            <a:ext cx="42000" cy="552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36" name="Google Shape;736;p65"/>
          <p:cNvSpPr/>
          <p:nvPr/>
        </p:nvSpPr>
        <p:spPr>
          <a:xfrm>
            <a:off x="5181938" y="4526588"/>
            <a:ext cx="42000" cy="552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37" name="Google Shape;737;p65"/>
          <p:cNvSpPr txBox="1"/>
          <p:nvPr>
            <p:ph idx="16" type="title"/>
          </p:nvPr>
        </p:nvSpPr>
        <p:spPr>
          <a:xfrm>
            <a:off x="3624875" y="4016425"/>
            <a:ext cx="1436400" cy="750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Expense 1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Expense 2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Expense 3</a:t>
            </a:r>
            <a:endParaRPr/>
          </a:p>
        </p:txBody>
      </p:sp>
      <p:sp>
        <p:nvSpPr>
          <p:cNvPr id="738" name="Google Shape;738;p65"/>
          <p:cNvSpPr txBox="1"/>
          <p:nvPr>
            <p:ph idx="17" type="title"/>
          </p:nvPr>
        </p:nvSpPr>
        <p:spPr>
          <a:xfrm>
            <a:off x="5303050" y="4016425"/>
            <a:ext cx="1404600" cy="750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Stream 1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Stream 2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Stream 3</a:t>
            </a:r>
            <a:endParaRPr/>
          </a:p>
        </p:txBody>
      </p:sp>
      <p:sp>
        <p:nvSpPr>
          <p:cNvPr id="739" name="Google Shape;739;p65"/>
          <p:cNvSpPr/>
          <p:nvPr/>
        </p:nvSpPr>
        <p:spPr>
          <a:xfrm>
            <a:off x="3491238" y="4061450"/>
            <a:ext cx="42000" cy="552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0" name="Google Shape;740;p65"/>
          <p:cNvSpPr/>
          <p:nvPr/>
        </p:nvSpPr>
        <p:spPr>
          <a:xfrm>
            <a:off x="3491238" y="4290225"/>
            <a:ext cx="42000" cy="552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1" name="Google Shape;741;p65"/>
          <p:cNvSpPr/>
          <p:nvPr/>
        </p:nvSpPr>
        <p:spPr>
          <a:xfrm>
            <a:off x="3491238" y="4526575"/>
            <a:ext cx="42000" cy="552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2" name="Google Shape;742;p65"/>
          <p:cNvSpPr/>
          <p:nvPr/>
        </p:nvSpPr>
        <p:spPr>
          <a:xfrm>
            <a:off x="6837838" y="4061463"/>
            <a:ext cx="42000" cy="552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3" name="Google Shape;743;p65"/>
          <p:cNvSpPr/>
          <p:nvPr/>
        </p:nvSpPr>
        <p:spPr>
          <a:xfrm>
            <a:off x="6837838" y="4305038"/>
            <a:ext cx="42000" cy="552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4" name="Google Shape;744;p65"/>
          <p:cNvSpPr/>
          <p:nvPr/>
        </p:nvSpPr>
        <p:spPr>
          <a:xfrm>
            <a:off x="6837838" y="4668763"/>
            <a:ext cx="42000" cy="552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5" name="Google Shape;745;p65"/>
          <p:cNvSpPr txBox="1"/>
          <p:nvPr/>
        </p:nvSpPr>
        <p:spPr>
          <a:xfrm>
            <a:off x="6982375" y="4016425"/>
            <a:ext cx="1948200" cy="6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What value are you offering? 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What problems does your product or service solve? 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000"/>
              <a:buNone/>
            </a:pPr>
            <a:r>
              <a:rPr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Who makes up your audience? 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6"/>
          <p:cNvSpPr/>
          <p:nvPr/>
        </p:nvSpPr>
        <p:spPr>
          <a:xfrm>
            <a:off x="7181950" y="1821300"/>
            <a:ext cx="1953900" cy="3322200"/>
          </a:xfrm>
          <a:prstGeom prst="snip1Rect">
            <a:avLst>
              <a:gd fmla="val 23239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51" name="Google Shape;751;p66"/>
          <p:cNvSpPr/>
          <p:nvPr/>
        </p:nvSpPr>
        <p:spPr>
          <a:xfrm>
            <a:off x="-8050" y="1821300"/>
            <a:ext cx="1948500" cy="3322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52" name="Google Shape;752;p66"/>
          <p:cNvSpPr/>
          <p:nvPr/>
        </p:nvSpPr>
        <p:spPr>
          <a:xfrm>
            <a:off x="3678650" y="1821300"/>
            <a:ext cx="1754400" cy="3322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53" name="Google Shape;753;p66"/>
          <p:cNvSpPr/>
          <p:nvPr/>
        </p:nvSpPr>
        <p:spPr>
          <a:xfrm>
            <a:off x="5432950" y="1821300"/>
            <a:ext cx="1754400" cy="3322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54" name="Google Shape;754;p66"/>
          <p:cNvSpPr/>
          <p:nvPr/>
        </p:nvSpPr>
        <p:spPr>
          <a:xfrm>
            <a:off x="1930725" y="1821300"/>
            <a:ext cx="1754400" cy="3322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grpSp>
        <p:nvGrpSpPr>
          <p:cNvPr id="755" name="Google Shape;755;p66"/>
          <p:cNvGrpSpPr/>
          <p:nvPr/>
        </p:nvGrpSpPr>
        <p:grpSpPr>
          <a:xfrm>
            <a:off x="488163" y="3991275"/>
            <a:ext cx="42000" cy="371900"/>
            <a:chOff x="525313" y="4057275"/>
            <a:chExt cx="42000" cy="371900"/>
          </a:xfrm>
        </p:grpSpPr>
        <p:sp>
          <p:nvSpPr>
            <p:cNvPr id="756" name="Google Shape;756;p66"/>
            <p:cNvSpPr/>
            <p:nvPr/>
          </p:nvSpPr>
          <p:spPr>
            <a:xfrm>
              <a:off x="525313" y="4373975"/>
              <a:ext cx="42000" cy="55200"/>
            </a:xfrm>
            <a:prstGeom prst="homePlat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66"/>
            <p:cNvSpPr/>
            <p:nvPr/>
          </p:nvSpPr>
          <p:spPr>
            <a:xfrm>
              <a:off x="525313" y="4215625"/>
              <a:ext cx="42000" cy="55200"/>
            </a:xfrm>
            <a:prstGeom prst="homePlat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66"/>
            <p:cNvSpPr/>
            <p:nvPr/>
          </p:nvSpPr>
          <p:spPr>
            <a:xfrm>
              <a:off x="525313" y="4057275"/>
              <a:ext cx="42000" cy="55200"/>
            </a:xfrm>
            <a:prstGeom prst="homePlat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9" name="Google Shape;759;p66"/>
          <p:cNvGrpSpPr/>
          <p:nvPr/>
        </p:nvGrpSpPr>
        <p:grpSpPr>
          <a:xfrm>
            <a:off x="2102713" y="3991263"/>
            <a:ext cx="42000" cy="371900"/>
            <a:chOff x="525313" y="4057275"/>
            <a:chExt cx="42000" cy="371900"/>
          </a:xfrm>
        </p:grpSpPr>
        <p:sp>
          <p:nvSpPr>
            <p:cNvPr id="760" name="Google Shape;760;p66"/>
            <p:cNvSpPr/>
            <p:nvPr/>
          </p:nvSpPr>
          <p:spPr>
            <a:xfrm>
              <a:off x="525313" y="4373975"/>
              <a:ext cx="42000" cy="55200"/>
            </a:xfrm>
            <a:prstGeom prst="homePlat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66"/>
            <p:cNvSpPr/>
            <p:nvPr/>
          </p:nvSpPr>
          <p:spPr>
            <a:xfrm>
              <a:off x="525313" y="4215625"/>
              <a:ext cx="42000" cy="55200"/>
            </a:xfrm>
            <a:prstGeom prst="homePlat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66"/>
            <p:cNvSpPr/>
            <p:nvPr/>
          </p:nvSpPr>
          <p:spPr>
            <a:xfrm>
              <a:off x="525313" y="4057275"/>
              <a:ext cx="42000" cy="55200"/>
            </a:xfrm>
            <a:prstGeom prst="homePlat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3" name="Google Shape;763;p66"/>
          <p:cNvGrpSpPr/>
          <p:nvPr/>
        </p:nvGrpSpPr>
        <p:grpSpPr>
          <a:xfrm>
            <a:off x="3884563" y="3991263"/>
            <a:ext cx="42000" cy="371900"/>
            <a:chOff x="525313" y="4057275"/>
            <a:chExt cx="42000" cy="371900"/>
          </a:xfrm>
        </p:grpSpPr>
        <p:sp>
          <p:nvSpPr>
            <p:cNvPr id="764" name="Google Shape;764;p66"/>
            <p:cNvSpPr/>
            <p:nvPr/>
          </p:nvSpPr>
          <p:spPr>
            <a:xfrm>
              <a:off x="525313" y="4373975"/>
              <a:ext cx="42000" cy="55200"/>
            </a:xfrm>
            <a:prstGeom prst="homePlat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66"/>
            <p:cNvSpPr/>
            <p:nvPr/>
          </p:nvSpPr>
          <p:spPr>
            <a:xfrm>
              <a:off x="525313" y="4215625"/>
              <a:ext cx="42000" cy="55200"/>
            </a:xfrm>
            <a:prstGeom prst="homePlat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66"/>
            <p:cNvSpPr/>
            <p:nvPr/>
          </p:nvSpPr>
          <p:spPr>
            <a:xfrm>
              <a:off x="525313" y="4057275"/>
              <a:ext cx="42000" cy="55200"/>
            </a:xfrm>
            <a:prstGeom prst="homePlat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7" name="Google Shape;767;p66"/>
          <p:cNvGrpSpPr/>
          <p:nvPr/>
        </p:nvGrpSpPr>
        <p:grpSpPr>
          <a:xfrm>
            <a:off x="5630638" y="3991263"/>
            <a:ext cx="42000" cy="371900"/>
            <a:chOff x="525313" y="4057275"/>
            <a:chExt cx="42000" cy="371900"/>
          </a:xfrm>
        </p:grpSpPr>
        <p:sp>
          <p:nvSpPr>
            <p:cNvPr id="768" name="Google Shape;768;p66"/>
            <p:cNvSpPr/>
            <p:nvPr/>
          </p:nvSpPr>
          <p:spPr>
            <a:xfrm>
              <a:off x="525313" y="4373975"/>
              <a:ext cx="42000" cy="55200"/>
            </a:xfrm>
            <a:prstGeom prst="homePlat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66"/>
            <p:cNvSpPr/>
            <p:nvPr/>
          </p:nvSpPr>
          <p:spPr>
            <a:xfrm>
              <a:off x="525313" y="4057275"/>
              <a:ext cx="42000" cy="55200"/>
            </a:xfrm>
            <a:prstGeom prst="homePlat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0" name="Google Shape;770;p66"/>
          <p:cNvGrpSpPr/>
          <p:nvPr/>
        </p:nvGrpSpPr>
        <p:grpSpPr>
          <a:xfrm>
            <a:off x="7354438" y="3991263"/>
            <a:ext cx="42000" cy="371900"/>
            <a:chOff x="525313" y="4057275"/>
            <a:chExt cx="42000" cy="371900"/>
          </a:xfrm>
        </p:grpSpPr>
        <p:sp>
          <p:nvSpPr>
            <p:cNvPr id="771" name="Google Shape;771;p66"/>
            <p:cNvSpPr/>
            <p:nvPr/>
          </p:nvSpPr>
          <p:spPr>
            <a:xfrm>
              <a:off x="525313" y="4373975"/>
              <a:ext cx="42000" cy="55200"/>
            </a:xfrm>
            <a:prstGeom prst="homePlat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66"/>
            <p:cNvSpPr/>
            <p:nvPr/>
          </p:nvSpPr>
          <p:spPr>
            <a:xfrm>
              <a:off x="525313" y="4215625"/>
              <a:ext cx="42000" cy="55200"/>
            </a:xfrm>
            <a:prstGeom prst="homePlat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66"/>
            <p:cNvSpPr/>
            <p:nvPr/>
          </p:nvSpPr>
          <p:spPr>
            <a:xfrm>
              <a:off x="525313" y="4057275"/>
              <a:ext cx="42000" cy="55200"/>
            </a:xfrm>
            <a:prstGeom prst="homePlat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4" name="Google Shape;774;p66"/>
          <p:cNvSpPr txBox="1"/>
          <p:nvPr>
            <p:ph idx="13" type="title"/>
          </p:nvPr>
        </p:nvSpPr>
        <p:spPr>
          <a:xfrm>
            <a:off x="7354449" y="2044799"/>
            <a:ext cx="17976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Post-launch 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plan</a:t>
            </a:r>
            <a:endParaRPr/>
          </a:p>
        </p:txBody>
      </p:sp>
      <p:sp>
        <p:nvSpPr>
          <p:cNvPr id="775" name="Google Shape;775;p66"/>
          <p:cNvSpPr txBox="1"/>
          <p:nvPr>
            <p:ph idx="8" type="title"/>
          </p:nvPr>
        </p:nvSpPr>
        <p:spPr>
          <a:xfrm>
            <a:off x="5618275" y="2044800"/>
            <a:ext cx="15579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Channels</a:t>
            </a:r>
            <a:endParaRPr/>
          </a:p>
        </p:txBody>
      </p:sp>
      <p:sp>
        <p:nvSpPr>
          <p:cNvPr id="776" name="Google Shape;776;p66"/>
          <p:cNvSpPr txBox="1"/>
          <p:nvPr>
            <p:ph idx="6" type="title"/>
          </p:nvPr>
        </p:nvSpPr>
        <p:spPr>
          <a:xfrm>
            <a:off x="3875051" y="2044800"/>
            <a:ext cx="15579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Launch</a:t>
            </a:r>
            <a:endParaRPr/>
          </a:p>
        </p:txBody>
      </p:sp>
      <p:sp>
        <p:nvSpPr>
          <p:cNvPr id="777" name="Google Shape;777;p66"/>
          <p:cNvSpPr txBox="1"/>
          <p:nvPr>
            <p:ph idx="4" type="title"/>
          </p:nvPr>
        </p:nvSpPr>
        <p:spPr>
          <a:xfrm>
            <a:off x="2102625" y="2044800"/>
            <a:ext cx="15825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Markets</a:t>
            </a:r>
            <a:endParaRPr/>
          </a:p>
        </p:txBody>
      </p:sp>
      <p:sp>
        <p:nvSpPr>
          <p:cNvPr id="778" name="Google Shape;778;p66"/>
          <p:cNvSpPr txBox="1"/>
          <p:nvPr>
            <p:ph idx="2" type="title"/>
          </p:nvPr>
        </p:nvSpPr>
        <p:spPr>
          <a:xfrm>
            <a:off x="488175" y="2044800"/>
            <a:ext cx="14520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Objectives</a:t>
            </a:r>
            <a:endParaRPr/>
          </a:p>
        </p:txBody>
      </p:sp>
      <p:sp>
        <p:nvSpPr>
          <p:cNvPr id="779" name="Google Shape;779;p66"/>
          <p:cNvSpPr txBox="1"/>
          <p:nvPr>
            <p:ph type="title"/>
          </p:nvPr>
        </p:nvSpPr>
        <p:spPr>
          <a:xfrm>
            <a:off x="451900" y="843775"/>
            <a:ext cx="29682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Go-to-market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strategy</a:t>
            </a:r>
            <a:endParaRPr/>
          </a:p>
        </p:txBody>
      </p:sp>
      <p:sp>
        <p:nvSpPr>
          <p:cNvPr id="780" name="Google Shape;780;p66"/>
          <p:cNvSpPr txBox="1"/>
          <p:nvPr>
            <p:ph idx="1" type="subTitle"/>
          </p:nvPr>
        </p:nvSpPr>
        <p:spPr>
          <a:xfrm>
            <a:off x="478650" y="2476500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Establish how you’ll measure success</a:t>
            </a:r>
            <a:endParaRPr/>
          </a:p>
        </p:txBody>
      </p:sp>
      <p:sp>
        <p:nvSpPr>
          <p:cNvPr id="781" name="Google Shape;781;p66"/>
          <p:cNvSpPr txBox="1"/>
          <p:nvPr>
            <p:ph idx="3" type="subTitle"/>
          </p:nvPr>
        </p:nvSpPr>
        <p:spPr>
          <a:xfrm>
            <a:off x="2102625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Define your target audiences</a:t>
            </a:r>
            <a:endParaRPr/>
          </a:p>
        </p:txBody>
      </p:sp>
      <p:sp>
        <p:nvSpPr>
          <p:cNvPr id="782" name="Google Shape;782;p66"/>
          <p:cNvSpPr txBox="1"/>
          <p:nvPr>
            <p:ph idx="5" type="subTitle"/>
          </p:nvPr>
        </p:nvSpPr>
        <p:spPr>
          <a:xfrm>
            <a:off x="3875050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Envision your product launch</a:t>
            </a:r>
            <a:endParaRPr/>
          </a:p>
        </p:txBody>
      </p:sp>
      <p:sp>
        <p:nvSpPr>
          <p:cNvPr id="783" name="Google Shape;783;p66"/>
          <p:cNvSpPr txBox="1"/>
          <p:nvPr>
            <p:ph idx="7" type="subTitle"/>
          </p:nvPr>
        </p:nvSpPr>
        <p:spPr>
          <a:xfrm>
            <a:off x="5618263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Highlight where you’ll reach customers</a:t>
            </a:r>
            <a:endParaRPr/>
          </a:p>
        </p:txBody>
      </p:sp>
      <p:sp>
        <p:nvSpPr>
          <p:cNvPr id="784" name="Google Shape;784;p66"/>
          <p:cNvSpPr txBox="1"/>
          <p:nvPr>
            <p:ph idx="9" type="subTitle"/>
          </p:nvPr>
        </p:nvSpPr>
        <p:spPr>
          <a:xfrm>
            <a:off x="7354438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Prepare for the for the long term</a:t>
            </a:r>
            <a:endParaRPr/>
          </a:p>
        </p:txBody>
      </p:sp>
      <p:sp>
        <p:nvSpPr>
          <p:cNvPr id="785" name="Google Shape;785;p66"/>
          <p:cNvSpPr txBox="1"/>
          <p:nvPr>
            <p:ph idx="14" type="subTitle"/>
          </p:nvPr>
        </p:nvSpPr>
        <p:spPr>
          <a:xfrm>
            <a:off x="478650" y="3104100"/>
            <a:ext cx="1452000" cy="61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ts val="1200"/>
              <a:buNone/>
            </a:pPr>
            <a:r>
              <a:rPr lang="en"/>
              <a:t>Introduce key performance indicators (KPIs). You might have only one or several.</a:t>
            </a:r>
            <a:endParaRPr/>
          </a:p>
        </p:txBody>
      </p:sp>
      <p:sp>
        <p:nvSpPr>
          <p:cNvPr id="786" name="Google Shape;786;p66"/>
          <p:cNvSpPr txBox="1"/>
          <p:nvPr>
            <p:ph idx="15" type="subTitle"/>
          </p:nvPr>
        </p:nvSpPr>
        <p:spPr>
          <a:xfrm>
            <a:off x="2102625" y="3104100"/>
            <a:ext cx="1582500" cy="64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Refer back to your individual user personas and group them into broader target audiences.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787" name="Google Shape;787;p66"/>
          <p:cNvSpPr txBox="1"/>
          <p:nvPr>
            <p:ph idx="23" type="subTitle"/>
          </p:nvPr>
        </p:nvSpPr>
        <p:spPr>
          <a:xfrm>
            <a:off x="3875050" y="3104100"/>
            <a:ext cx="15579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Describe when and where you’ll launch, along with the people, events, or deals involved.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788" name="Google Shape;788;p66"/>
          <p:cNvSpPr txBox="1"/>
          <p:nvPr>
            <p:ph idx="16" type="subTitle"/>
          </p:nvPr>
        </p:nvSpPr>
        <p:spPr>
          <a:xfrm>
            <a:off x="5618275" y="3104109"/>
            <a:ext cx="12384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Name the channels, platforms and assets through which you’ll engage customers.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789" name="Google Shape;789;p66"/>
          <p:cNvSpPr txBox="1"/>
          <p:nvPr>
            <p:ph idx="17" type="subTitle"/>
          </p:nvPr>
        </p:nvSpPr>
        <p:spPr>
          <a:xfrm>
            <a:off x="7354450" y="3104109"/>
            <a:ext cx="12384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Anticipate what will happen after you launch your product or service. 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790" name="Google Shape;790;p66"/>
          <p:cNvSpPr txBox="1"/>
          <p:nvPr>
            <p:ph idx="18" type="subTitle"/>
          </p:nvPr>
        </p:nvSpPr>
        <p:spPr>
          <a:xfrm>
            <a:off x="625400" y="3960650"/>
            <a:ext cx="11397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KPI 1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lang="en"/>
              <a:t>KPI 2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400"/>
              </a:spcAft>
              <a:buSzPts val="1200"/>
              <a:buNone/>
            </a:pPr>
            <a:r>
              <a:rPr lang="en"/>
              <a:t>KPI 3</a:t>
            </a:r>
            <a:endParaRPr/>
          </a:p>
        </p:txBody>
      </p:sp>
      <p:sp>
        <p:nvSpPr>
          <p:cNvPr id="791" name="Google Shape;791;p66"/>
          <p:cNvSpPr txBox="1"/>
          <p:nvPr>
            <p:ph idx="19" type="subTitle"/>
          </p:nvPr>
        </p:nvSpPr>
        <p:spPr>
          <a:xfrm>
            <a:off x="2239700" y="3960657"/>
            <a:ext cx="1139700" cy="8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Audience 1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lang="en"/>
              <a:t>Audience 2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400"/>
              </a:spcAft>
              <a:buSzPts val="1200"/>
              <a:buNone/>
            </a:pPr>
            <a:r>
              <a:rPr lang="en"/>
              <a:t>Audience 3</a:t>
            </a:r>
            <a:endParaRPr/>
          </a:p>
        </p:txBody>
      </p:sp>
      <p:sp>
        <p:nvSpPr>
          <p:cNvPr id="792" name="Google Shape;792;p66"/>
          <p:cNvSpPr txBox="1"/>
          <p:nvPr>
            <p:ph idx="20" type="subTitle"/>
          </p:nvPr>
        </p:nvSpPr>
        <p:spPr>
          <a:xfrm>
            <a:off x="4021800" y="3960660"/>
            <a:ext cx="1139700" cy="897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Time and locations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lang="en"/>
              <a:t>Deals, d</a:t>
            </a:r>
            <a:r>
              <a:rPr lang="en"/>
              <a:t>iscounts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lang="en"/>
              <a:t>Ambassadors,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lang="en"/>
              <a:t>spokespeople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793" name="Google Shape;793;p66"/>
          <p:cNvSpPr txBox="1"/>
          <p:nvPr>
            <p:ph idx="21" type="subTitle"/>
          </p:nvPr>
        </p:nvSpPr>
        <p:spPr>
          <a:xfrm>
            <a:off x="5765025" y="3960650"/>
            <a:ext cx="1411200" cy="897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Channel, platform, asset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lang="en"/>
              <a:t>Channel, platform, asset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794" name="Google Shape;794;p66"/>
          <p:cNvSpPr txBox="1"/>
          <p:nvPr>
            <p:ph idx="22" type="subTitle"/>
          </p:nvPr>
        </p:nvSpPr>
        <p:spPr>
          <a:xfrm>
            <a:off x="7491550" y="3960657"/>
            <a:ext cx="1139700" cy="774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Evaluations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lang="en"/>
              <a:t>Retrospectives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lang="en"/>
              <a:t>Downloadable content, promos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9" name="Google Shape;799;p67"/>
          <p:cNvPicPr preferRelativeResize="0"/>
          <p:nvPr/>
        </p:nvPicPr>
        <p:blipFill rotWithShape="1">
          <a:blip r:embed="rId3">
            <a:alphaModFix amt="80000"/>
          </a:blip>
          <a:srcRect b="23799" l="0" r="0" t="23804"/>
          <a:stretch/>
        </p:blipFill>
        <p:spPr>
          <a:xfrm>
            <a:off x="-1612" y="1968800"/>
            <a:ext cx="9144000" cy="3174600"/>
          </a:xfrm>
          <a:prstGeom prst="snip1Rect">
            <a:avLst>
              <a:gd fmla="val 18979" name="adj"/>
            </a:avLst>
          </a:prstGeom>
          <a:noFill/>
          <a:ln>
            <a:noFill/>
          </a:ln>
        </p:spPr>
      </p:pic>
      <p:sp>
        <p:nvSpPr>
          <p:cNvPr id="800" name="Google Shape;800;p67"/>
          <p:cNvSpPr/>
          <p:nvPr/>
        </p:nvSpPr>
        <p:spPr>
          <a:xfrm>
            <a:off x="542237" y="3528962"/>
            <a:ext cx="118500" cy="1035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01" name="Google Shape;801;p67"/>
          <p:cNvSpPr/>
          <p:nvPr/>
        </p:nvSpPr>
        <p:spPr>
          <a:xfrm>
            <a:off x="542237" y="4018100"/>
            <a:ext cx="118500" cy="1035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02" name="Google Shape;802;p67"/>
          <p:cNvSpPr/>
          <p:nvPr/>
        </p:nvSpPr>
        <p:spPr>
          <a:xfrm>
            <a:off x="542237" y="4507262"/>
            <a:ext cx="118500" cy="1035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03" name="Google Shape;803;p67"/>
          <p:cNvSpPr/>
          <p:nvPr/>
        </p:nvSpPr>
        <p:spPr>
          <a:xfrm>
            <a:off x="2426437" y="4018100"/>
            <a:ext cx="118500" cy="1035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04" name="Google Shape;804;p67"/>
          <p:cNvSpPr/>
          <p:nvPr/>
        </p:nvSpPr>
        <p:spPr>
          <a:xfrm>
            <a:off x="2426437" y="4507262"/>
            <a:ext cx="118500" cy="1035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05" name="Google Shape;805;p67"/>
          <p:cNvSpPr/>
          <p:nvPr/>
        </p:nvSpPr>
        <p:spPr>
          <a:xfrm>
            <a:off x="4310637" y="4018100"/>
            <a:ext cx="118500" cy="1035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06" name="Google Shape;806;p67"/>
          <p:cNvSpPr/>
          <p:nvPr/>
        </p:nvSpPr>
        <p:spPr>
          <a:xfrm>
            <a:off x="4310637" y="4507262"/>
            <a:ext cx="118500" cy="1035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07" name="Google Shape;807;p67"/>
          <p:cNvSpPr/>
          <p:nvPr/>
        </p:nvSpPr>
        <p:spPr>
          <a:xfrm>
            <a:off x="6194837" y="4018100"/>
            <a:ext cx="118500" cy="1035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08" name="Google Shape;808;p67"/>
          <p:cNvSpPr/>
          <p:nvPr/>
        </p:nvSpPr>
        <p:spPr>
          <a:xfrm>
            <a:off x="6194837" y="4507262"/>
            <a:ext cx="118500" cy="1035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09" name="Google Shape;809;p67"/>
          <p:cNvSpPr/>
          <p:nvPr/>
        </p:nvSpPr>
        <p:spPr>
          <a:xfrm>
            <a:off x="2426437" y="3528962"/>
            <a:ext cx="118500" cy="1035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10" name="Google Shape;810;p67"/>
          <p:cNvSpPr/>
          <p:nvPr/>
        </p:nvSpPr>
        <p:spPr>
          <a:xfrm>
            <a:off x="4310637" y="3528962"/>
            <a:ext cx="118500" cy="1035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11" name="Google Shape;811;p67"/>
          <p:cNvSpPr/>
          <p:nvPr/>
        </p:nvSpPr>
        <p:spPr>
          <a:xfrm>
            <a:off x="6194837" y="3528962"/>
            <a:ext cx="118500" cy="1035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12" name="Google Shape;812;p67"/>
          <p:cNvSpPr txBox="1"/>
          <p:nvPr>
            <p:ph idx="16"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solidFill>
                  <a:schemeClr val="lt1"/>
                </a:solidFill>
              </a:rPr>
              <a:t>Establish how you’ll measure and track success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13" name="Google Shape;813;p67"/>
          <p:cNvSpPr txBox="1"/>
          <p:nvPr>
            <p:ph idx="17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">
                <a:solidFill>
                  <a:schemeClr val="lt1"/>
                </a:solidFill>
              </a:rPr>
              <a:t>Go-to-market strategy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14" name="Google Shape;814;p67"/>
          <p:cNvSpPr txBox="1"/>
          <p:nvPr>
            <p:ph type="title"/>
          </p:nvPr>
        </p:nvSpPr>
        <p:spPr>
          <a:xfrm>
            <a:off x="5254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/>
              <a:t>Success metric 1</a:t>
            </a:r>
            <a:endParaRPr/>
          </a:p>
        </p:txBody>
      </p:sp>
      <p:sp>
        <p:nvSpPr>
          <p:cNvPr id="815" name="Google Shape;815;p67"/>
          <p:cNvSpPr txBox="1"/>
          <p:nvPr>
            <p:ph idx="1" type="body"/>
          </p:nvPr>
        </p:nvSpPr>
        <p:spPr>
          <a:xfrm>
            <a:off x="5254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Introduce your key performance indicators (KPIs). You might have a single KPI or several.</a:t>
            </a:r>
            <a:endParaRPr/>
          </a:p>
        </p:txBody>
      </p:sp>
      <p:sp>
        <p:nvSpPr>
          <p:cNvPr id="816" name="Google Shape;816;p67"/>
          <p:cNvSpPr txBox="1"/>
          <p:nvPr>
            <p:ph idx="13" type="subTitle"/>
          </p:nvPr>
        </p:nvSpPr>
        <p:spPr>
          <a:xfrm>
            <a:off x="5254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/>
          <a:p>
            <a:pPr indent="0" lvl="0" marL="0" rtl="0" algn="l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KPI 1</a:t>
            </a:r>
            <a:endParaRPr/>
          </a:p>
          <a:p>
            <a:pPr indent="0" lvl="0" marL="0" rtl="0" algn="l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KPI 2</a:t>
            </a:r>
            <a:endParaRPr/>
          </a:p>
          <a:p>
            <a:pPr indent="0" lvl="0" marL="0" rtl="0" algn="l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KPI 3</a:t>
            </a:r>
            <a:endParaRPr/>
          </a:p>
        </p:txBody>
      </p:sp>
      <p:sp>
        <p:nvSpPr>
          <p:cNvPr id="817" name="Google Shape;817;p67"/>
          <p:cNvSpPr txBox="1"/>
          <p:nvPr>
            <p:ph idx="3" type="title"/>
          </p:nvPr>
        </p:nvSpPr>
        <p:spPr>
          <a:xfrm>
            <a:off x="24096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/>
              <a:t>Success metric 2</a:t>
            </a:r>
            <a:endParaRPr/>
          </a:p>
        </p:txBody>
      </p:sp>
      <p:sp>
        <p:nvSpPr>
          <p:cNvPr id="818" name="Google Shape;818;p67"/>
          <p:cNvSpPr txBox="1"/>
          <p:nvPr>
            <p:ph idx="4" type="body"/>
          </p:nvPr>
        </p:nvSpPr>
        <p:spPr>
          <a:xfrm>
            <a:off x="24096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Introduce your key performance indicators (KPIs). You might have a single KPI or several.</a:t>
            </a:r>
            <a:endParaRPr/>
          </a:p>
        </p:txBody>
      </p:sp>
      <p:sp>
        <p:nvSpPr>
          <p:cNvPr id="819" name="Google Shape;819;p67"/>
          <p:cNvSpPr txBox="1"/>
          <p:nvPr>
            <p:ph idx="5" type="title"/>
          </p:nvPr>
        </p:nvSpPr>
        <p:spPr>
          <a:xfrm>
            <a:off x="42938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Success metric 3</a:t>
            </a:r>
            <a:endParaRPr/>
          </a:p>
        </p:txBody>
      </p:sp>
      <p:sp>
        <p:nvSpPr>
          <p:cNvPr id="820" name="Google Shape;820;p67"/>
          <p:cNvSpPr txBox="1"/>
          <p:nvPr>
            <p:ph idx="6" type="body"/>
          </p:nvPr>
        </p:nvSpPr>
        <p:spPr>
          <a:xfrm>
            <a:off x="42938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Introduce your key performance indicators (KPIs). You might have a single KPI or several.</a:t>
            </a:r>
            <a:endParaRPr/>
          </a:p>
        </p:txBody>
      </p:sp>
      <p:sp>
        <p:nvSpPr>
          <p:cNvPr id="821" name="Google Shape;821;p67"/>
          <p:cNvSpPr txBox="1"/>
          <p:nvPr>
            <p:ph idx="7" type="title"/>
          </p:nvPr>
        </p:nvSpPr>
        <p:spPr>
          <a:xfrm>
            <a:off x="61780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Success metric 4</a:t>
            </a:r>
            <a:endParaRPr/>
          </a:p>
        </p:txBody>
      </p:sp>
      <p:sp>
        <p:nvSpPr>
          <p:cNvPr id="822" name="Google Shape;822;p67"/>
          <p:cNvSpPr txBox="1"/>
          <p:nvPr>
            <p:ph idx="8" type="body"/>
          </p:nvPr>
        </p:nvSpPr>
        <p:spPr>
          <a:xfrm>
            <a:off x="61780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Introduce your key performance indicators (KPIs). You might have a single KPI or several.</a:t>
            </a:r>
            <a:endParaRPr/>
          </a:p>
        </p:txBody>
      </p:sp>
      <p:sp>
        <p:nvSpPr>
          <p:cNvPr id="823" name="Google Shape;823;p67"/>
          <p:cNvSpPr txBox="1"/>
          <p:nvPr>
            <p:ph idx="9" type="subTitle"/>
          </p:nvPr>
        </p:nvSpPr>
        <p:spPr>
          <a:xfrm>
            <a:off x="24096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/>
          <a:p>
            <a:pPr indent="0" lvl="0" marL="0" rtl="0" algn="l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KPI 1</a:t>
            </a:r>
            <a:endParaRPr/>
          </a:p>
          <a:p>
            <a:pPr indent="0" lvl="0" marL="0" rtl="0" algn="l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KPI 2</a:t>
            </a:r>
            <a:endParaRPr/>
          </a:p>
          <a:p>
            <a:pPr indent="0" lvl="0" marL="0" rtl="0" algn="l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KPI 3</a:t>
            </a:r>
            <a:endParaRPr/>
          </a:p>
        </p:txBody>
      </p:sp>
      <p:sp>
        <p:nvSpPr>
          <p:cNvPr id="824" name="Google Shape;824;p67"/>
          <p:cNvSpPr txBox="1"/>
          <p:nvPr>
            <p:ph idx="14" type="subTitle"/>
          </p:nvPr>
        </p:nvSpPr>
        <p:spPr>
          <a:xfrm>
            <a:off x="42938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/>
          <a:p>
            <a:pPr indent="0" lvl="0" marL="0" rtl="0" algn="l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KPI 1</a:t>
            </a:r>
            <a:endParaRPr/>
          </a:p>
          <a:p>
            <a:pPr indent="0" lvl="0" marL="0" rtl="0" algn="l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KPI 2</a:t>
            </a:r>
            <a:endParaRPr/>
          </a:p>
          <a:p>
            <a:pPr indent="0" lvl="0" marL="0" rtl="0" algn="l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KPI 3</a:t>
            </a:r>
            <a:endParaRPr/>
          </a:p>
        </p:txBody>
      </p:sp>
      <p:sp>
        <p:nvSpPr>
          <p:cNvPr id="825" name="Google Shape;825;p67"/>
          <p:cNvSpPr txBox="1"/>
          <p:nvPr>
            <p:ph idx="15" type="subTitle"/>
          </p:nvPr>
        </p:nvSpPr>
        <p:spPr>
          <a:xfrm>
            <a:off x="61780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/>
          <a:p>
            <a:pPr indent="0" lvl="0" marL="0" rtl="0" algn="l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KPI 1</a:t>
            </a:r>
            <a:endParaRPr/>
          </a:p>
          <a:p>
            <a:pPr indent="0" lvl="0" marL="0" rtl="0" algn="l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KPI 2</a:t>
            </a:r>
            <a:endParaRPr/>
          </a:p>
          <a:p>
            <a:pPr indent="0" lvl="0" marL="0" rtl="0" algn="l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KPI 3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68"/>
          <p:cNvSpPr/>
          <p:nvPr/>
        </p:nvSpPr>
        <p:spPr>
          <a:xfrm>
            <a:off x="5397148" y="2527375"/>
            <a:ext cx="1650600" cy="2119800"/>
          </a:xfrm>
          <a:prstGeom prst="snip1Rect">
            <a:avLst>
              <a:gd fmla="val 16667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31" name="Google Shape;831;p68"/>
          <p:cNvSpPr/>
          <p:nvPr/>
        </p:nvSpPr>
        <p:spPr>
          <a:xfrm>
            <a:off x="3746696" y="2527375"/>
            <a:ext cx="1650600" cy="2119800"/>
          </a:xfrm>
          <a:prstGeom prst="snip1Rect">
            <a:avLst>
              <a:gd fmla="val 16667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32" name="Google Shape;832;p68"/>
          <p:cNvSpPr/>
          <p:nvPr/>
        </p:nvSpPr>
        <p:spPr>
          <a:xfrm>
            <a:off x="7047601" y="2527375"/>
            <a:ext cx="1650600" cy="2119800"/>
          </a:xfrm>
          <a:prstGeom prst="snip1Rect">
            <a:avLst>
              <a:gd fmla="val 16667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33" name="Google Shape;833;p68"/>
          <p:cNvSpPr/>
          <p:nvPr/>
        </p:nvSpPr>
        <p:spPr>
          <a:xfrm>
            <a:off x="445783" y="2527375"/>
            <a:ext cx="1650600" cy="2119800"/>
          </a:xfrm>
          <a:prstGeom prst="snip1Rect">
            <a:avLst>
              <a:gd fmla="val 16667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34" name="Google Shape;834;p68"/>
          <p:cNvSpPr/>
          <p:nvPr/>
        </p:nvSpPr>
        <p:spPr>
          <a:xfrm>
            <a:off x="2096229" y="2527375"/>
            <a:ext cx="1650600" cy="2119800"/>
          </a:xfrm>
          <a:prstGeom prst="snip1Rect">
            <a:avLst>
              <a:gd fmla="val 16667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35" name="Google Shape;835;p68"/>
          <p:cNvSpPr/>
          <p:nvPr/>
        </p:nvSpPr>
        <p:spPr>
          <a:xfrm>
            <a:off x="8698053" y="2527375"/>
            <a:ext cx="446100" cy="2119800"/>
          </a:xfrm>
          <a:prstGeom prst="snip1Rect">
            <a:avLst>
              <a:gd fmla="val 0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68"/>
          <p:cNvSpPr/>
          <p:nvPr/>
        </p:nvSpPr>
        <p:spPr>
          <a:xfrm>
            <a:off x="7625" y="2527450"/>
            <a:ext cx="438150" cy="2121700"/>
          </a:xfrm>
          <a:custGeom>
            <a:rect b="b" l="l" r="r" t="t"/>
            <a:pathLst>
              <a:path extrusionOk="0" h="84868" w="17526">
                <a:moveTo>
                  <a:pt x="0" y="84868"/>
                </a:moveTo>
                <a:lnTo>
                  <a:pt x="17526" y="84868"/>
                </a:lnTo>
                <a:lnTo>
                  <a:pt x="17526" y="10954"/>
                </a:lnTo>
                <a:lnTo>
                  <a:pt x="6572" y="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7" name="Google Shape;837;p68"/>
          <p:cNvSpPr txBox="1"/>
          <p:nvPr>
            <p:ph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Define your target audiences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and how you’ll speak to them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838" name="Google Shape;838;p68"/>
          <p:cNvSpPr txBox="1"/>
          <p:nvPr>
            <p:ph idx="2" type="title"/>
          </p:nvPr>
        </p:nvSpPr>
        <p:spPr>
          <a:xfrm>
            <a:off x="602600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Segment           </a:t>
            </a:r>
            <a:r>
              <a:rPr lang="en">
                <a:solidFill>
                  <a:schemeClr val="accent3"/>
                </a:solidFill>
              </a:rPr>
              <a:t>01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839" name="Google Shape;839;p68"/>
          <p:cNvSpPr txBox="1"/>
          <p:nvPr>
            <p:ph idx="3" type="body"/>
          </p:nvPr>
        </p:nvSpPr>
        <p:spPr>
          <a:xfrm>
            <a:off x="602600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Describe a target audience or segment you want to reach. Identify their traits, values, behaviors, or preferences. </a:t>
            </a:r>
            <a:endParaRPr/>
          </a:p>
        </p:txBody>
      </p:sp>
      <p:sp>
        <p:nvSpPr>
          <p:cNvPr id="840" name="Google Shape;840;p68"/>
          <p:cNvSpPr txBox="1"/>
          <p:nvPr>
            <p:ph idx="4" type="title"/>
          </p:nvPr>
        </p:nvSpPr>
        <p:spPr>
          <a:xfrm>
            <a:off x="2253138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Segment           </a:t>
            </a:r>
            <a:r>
              <a:rPr lang="en">
                <a:solidFill>
                  <a:schemeClr val="accent3"/>
                </a:solidFill>
              </a:rPr>
              <a:t>02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841" name="Google Shape;841;p68"/>
          <p:cNvSpPr txBox="1"/>
          <p:nvPr>
            <p:ph idx="5" type="body"/>
          </p:nvPr>
        </p:nvSpPr>
        <p:spPr>
          <a:xfrm>
            <a:off x="2253138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While your user personas represented ideal individual customers, target audiences are wider ranges of people who share certain characteristics.</a:t>
            </a:r>
            <a:endParaRPr/>
          </a:p>
        </p:txBody>
      </p:sp>
      <p:sp>
        <p:nvSpPr>
          <p:cNvPr id="842" name="Google Shape;842;p68"/>
          <p:cNvSpPr txBox="1"/>
          <p:nvPr>
            <p:ph idx="6" type="title"/>
          </p:nvPr>
        </p:nvSpPr>
        <p:spPr>
          <a:xfrm>
            <a:off x="3903575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Segment           </a:t>
            </a:r>
            <a:r>
              <a:rPr lang="en">
                <a:solidFill>
                  <a:schemeClr val="accent3"/>
                </a:solidFill>
              </a:rPr>
              <a:t>03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843" name="Google Shape;843;p68"/>
          <p:cNvSpPr txBox="1"/>
          <p:nvPr>
            <p:ph idx="7" type="body"/>
          </p:nvPr>
        </p:nvSpPr>
        <p:spPr>
          <a:xfrm>
            <a:off x="3903575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Think about how each target audience or segment relates to your product or service, why they need it and how they’ll use it.</a:t>
            </a:r>
            <a:endParaRPr/>
          </a:p>
        </p:txBody>
      </p:sp>
      <p:sp>
        <p:nvSpPr>
          <p:cNvPr id="844" name="Google Shape;844;p68"/>
          <p:cNvSpPr txBox="1"/>
          <p:nvPr>
            <p:ph idx="8" type="title"/>
          </p:nvPr>
        </p:nvSpPr>
        <p:spPr>
          <a:xfrm>
            <a:off x="5554050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Segment           </a:t>
            </a:r>
            <a:r>
              <a:rPr lang="en">
                <a:solidFill>
                  <a:schemeClr val="accent3"/>
                </a:solidFill>
              </a:rPr>
              <a:t>04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845" name="Google Shape;845;p68"/>
          <p:cNvSpPr txBox="1"/>
          <p:nvPr>
            <p:ph idx="9" type="body"/>
          </p:nvPr>
        </p:nvSpPr>
        <p:spPr>
          <a:xfrm>
            <a:off x="5554050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Refer back to your user personas and point out what segments they belong to. This will help your presentation feel more interconnected.</a:t>
            </a:r>
            <a:endParaRPr/>
          </a:p>
        </p:txBody>
      </p:sp>
      <p:sp>
        <p:nvSpPr>
          <p:cNvPr id="846" name="Google Shape;846;p68"/>
          <p:cNvSpPr txBox="1"/>
          <p:nvPr>
            <p:ph idx="13" type="title"/>
          </p:nvPr>
        </p:nvSpPr>
        <p:spPr>
          <a:xfrm>
            <a:off x="7204500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Segment           </a:t>
            </a:r>
            <a:r>
              <a:rPr lang="en">
                <a:solidFill>
                  <a:schemeClr val="accent3"/>
                </a:solidFill>
              </a:rPr>
              <a:t>05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847" name="Google Shape;847;p68"/>
          <p:cNvSpPr txBox="1"/>
          <p:nvPr>
            <p:ph idx="14" type="body"/>
          </p:nvPr>
        </p:nvSpPr>
        <p:spPr>
          <a:xfrm>
            <a:off x="7204500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For example, a tech-savvy user persona might fall into a broader Tech Enthusiast or Industry Professional audience segment.</a:t>
            </a:r>
            <a:endParaRPr/>
          </a:p>
        </p:txBody>
      </p:sp>
      <p:sp>
        <p:nvSpPr>
          <p:cNvPr id="848" name="Google Shape;848;p68"/>
          <p:cNvSpPr txBox="1"/>
          <p:nvPr>
            <p:ph idx="1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"/>
              <a:t>Go-to-market strategy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69"/>
          <p:cNvSpPr/>
          <p:nvPr/>
        </p:nvSpPr>
        <p:spPr>
          <a:xfrm>
            <a:off x="345400" y="2621850"/>
            <a:ext cx="2603700" cy="2529900"/>
          </a:xfrm>
          <a:prstGeom prst="snip1Rect">
            <a:avLst>
              <a:gd fmla="val 1783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54" name="Google Shape;854;p69"/>
          <p:cNvSpPr/>
          <p:nvPr/>
        </p:nvSpPr>
        <p:spPr>
          <a:xfrm>
            <a:off x="2933500" y="2621850"/>
            <a:ext cx="2588100" cy="2529900"/>
          </a:xfrm>
          <a:prstGeom prst="snip1Rect">
            <a:avLst>
              <a:gd fmla="val 1783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55" name="Google Shape;855;p69"/>
          <p:cNvSpPr/>
          <p:nvPr/>
        </p:nvSpPr>
        <p:spPr>
          <a:xfrm>
            <a:off x="5518725" y="2621850"/>
            <a:ext cx="2588100" cy="2529900"/>
          </a:xfrm>
          <a:prstGeom prst="snip1Rect">
            <a:avLst>
              <a:gd fmla="val 1783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56" name="Google Shape;856;p69"/>
          <p:cNvSpPr txBox="1"/>
          <p:nvPr>
            <p:ph idx="5" type="title"/>
          </p:nvPr>
        </p:nvSpPr>
        <p:spPr>
          <a:xfrm>
            <a:off x="3383075" y="3619500"/>
            <a:ext cx="2111400" cy="11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Influencers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Ambassadors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Endorsements</a:t>
            </a:r>
            <a:endParaRPr/>
          </a:p>
        </p:txBody>
      </p:sp>
      <p:sp>
        <p:nvSpPr>
          <p:cNvPr id="857" name="Google Shape;857;p69"/>
          <p:cNvSpPr txBox="1"/>
          <p:nvPr>
            <p:ph idx="4" type="title"/>
          </p:nvPr>
        </p:nvSpPr>
        <p:spPr>
          <a:xfrm>
            <a:off x="3222225" y="2940425"/>
            <a:ext cx="1927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Who will help launch your product?</a:t>
            </a:r>
            <a:endParaRPr/>
          </a:p>
        </p:txBody>
      </p:sp>
      <p:sp>
        <p:nvSpPr>
          <p:cNvPr id="858" name="Google Shape;858;p69"/>
          <p:cNvSpPr txBox="1"/>
          <p:nvPr>
            <p:ph idx="2" type="title"/>
          </p:nvPr>
        </p:nvSpPr>
        <p:spPr>
          <a:xfrm>
            <a:off x="642250" y="2940425"/>
            <a:ext cx="1927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Where will you launch your product?</a:t>
            </a:r>
            <a:endParaRPr/>
          </a:p>
        </p:txBody>
      </p:sp>
      <p:grpSp>
        <p:nvGrpSpPr>
          <p:cNvPr id="859" name="Google Shape;859;p69"/>
          <p:cNvGrpSpPr/>
          <p:nvPr/>
        </p:nvGrpSpPr>
        <p:grpSpPr>
          <a:xfrm>
            <a:off x="667288" y="3673950"/>
            <a:ext cx="42000" cy="523113"/>
            <a:chOff x="667288" y="3673950"/>
            <a:chExt cx="42000" cy="523113"/>
          </a:xfrm>
        </p:grpSpPr>
        <p:sp>
          <p:nvSpPr>
            <p:cNvPr id="860" name="Google Shape;860;p69"/>
            <p:cNvSpPr/>
            <p:nvPr/>
          </p:nvSpPr>
          <p:spPr>
            <a:xfrm>
              <a:off x="667288" y="3673950"/>
              <a:ext cx="42000" cy="55200"/>
            </a:xfrm>
            <a:prstGeom prst="homePlat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000"/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861" name="Google Shape;861;p69"/>
            <p:cNvSpPr/>
            <p:nvPr/>
          </p:nvSpPr>
          <p:spPr>
            <a:xfrm>
              <a:off x="667288" y="3903713"/>
              <a:ext cx="42000" cy="55200"/>
            </a:xfrm>
            <a:prstGeom prst="homePlat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000"/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862" name="Google Shape;862;p69"/>
            <p:cNvSpPr/>
            <p:nvPr/>
          </p:nvSpPr>
          <p:spPr>
            <a:xfrm>
              <a:off x="667288" y="4141863"/>
              <a:ext cx="42000" cy="55200"/>
            </a:xfrm>
            <a:prstGeom prst="homePlat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000"/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</p:grpSp>
      <p:grpSp>
        <p:nvGrpSpPr>
          <p:cNvPr id="863" name="Google Shape;863;p69"/>
          <p:cNvGrpSpPr/>
          <p:nvPr/>
        </p:nvGrpSpPr>
        <p:grpSpPr>
          <a:xfrm>
            <a:off x="5814113" y="3673950"/>
            <a:ext cx="42000" cy="523113"/>
            <a:chOff x="5814113" y="3673950"/>
            <a:chExt cx="42000" cy="523113"/>
          </a:xfrm>
        </p:grpSpPr>
        <p:sp>
          <p:nvSpPr>
            <p:cNvPr id="864" name="Google Shape;864;p69"/>
            <p:cNvSpPr/>
            <p:nvPr/>
          </p:nvSpPr>
          <p:spPr>
            <a:xfrm>
              <a:off x="5814113" y="3673950"/>
              <a:ext cx="42000" cy="55200"/>
            </a:xfrm>
            <a:prstGeom prst="homePlat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000"/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865" name="Google Shape;865;p69"/>
            <p:cNvSpPr/>
            <p:nvPr/>
          </p:nvSpPr>
          <p:spPr>
            <a:xfrm>
              <a:off x="5814113" y="3903713"/>
              <a:ext cx="42000" cy="55200"/>
            </a:xfrm>
            <a:prstGeom prst="homePlat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000"/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866" name="Google Shape;866;p69"/>
            <p:cNvSpPr/>
            <p:nvPr/>
          </p:nvSpPr>
          <p:spPr>
            <a:xfrm>
              <a:off x="5814113" y="4141863"/>
              <a:ext cx="42000" cy="55200"/>
            </a:xfrm>
            <a:prstGeom prst="homePlat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000"/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</p:grpSp>
      <p:sp>
        <p:nvSpPr>
          <p:cNvPr id="867" name="Google Shape;867;p69"/>
          <p:cNvSpPr txBox="1"/>
          <p:nvPr>
            <p:ph idx="1" type="subTitle"/>
          </p:nvPr>
        </p:nvSpPr>
        <p:spPr>
          <a:xfrm>
            <a:off x="462950" y="41990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Go-to-market strategy</a:t>
            </a:r>
            <a:endParaRPr/>
          </a:p>
        </p:txBody>
      </p:sp>
      <p:sp>
        <p:nvSpPr>
          <p:cNvPr id="868" name="Google Shape;868;p69"/>
          <p:cNvSpPr txBox="1"/>
          <p:nvPr>
            <p:ph idx="3" type="title"/>
          </p:nvPr>
        </p:nvSpPr>
        <p:spPr>
          <a:xfrm>
            <a:off x="808950" y="3619500"/>
            <a:ext cx="2111400" cy="11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Channels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Events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Drops</a:t>
            </a:r>
            <a:endParaRPr/>
          </a:p>
        </p:txBody>
      </p:sp>
      <p:sp>
        <p:nvSpPr>
          <p:cNvPr id="869" name="Google Shape;869;p69"/>
          <p:cNvSpPr txBox="1"/>
          <p:nvPr>
            <p:ph idx="6" type="title"/>
          </p:nvPr>
        </p:nvSpPr>
        <p:spPr>
          <a:xfrm>
            <a:off x="5807450" y="2940425"/>
            <a:ext cx="1927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How will you launch your product?</a:t>
            </a:r>
            <a:endParaRPr/>
          </a:p>
        </p:txBody>
      </p:sp>
      <p:grpSp>
        <p:nvGrpSpPr>
          <p:cNvPr id="870" name="Google Shape;870;p69"/>
          <p:cNvGrpSpPr/>
          <p:nvPr/>
        </p:nvGrpSpPr>
        <p:grpSpPr>
          <a:xfrm>
            <a:off x="3254438" y="3673950"/>
            <a:ext cx="42000" cy="523113"/>
            <a:chOff x="3254438" y="3673950"/>
            <a:chExt cx="42000" cy="523113"/>
          </a:xfrm>
        </p:grpSpPr>
        <p:sp>
          <p:nvSpPr>
            <p:cNvPr id="871" name="Google Shape;871;p69"/>
            <p:cNvSpPr/>
            <p:nvPr/>
          </p:nvSpPr>
          <p:spPr>
            <a:xfrm>
              <a:off x="3254438" y="3673950"/>
              <a:ext cx="42000" cy="55200"/>
            </a:xfrm>
            <a:prstGeom prst="homePlat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000"/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872" name="Google Shape;872;p69"/>
            <p:cNvSpPr/>
            <p:nvPr/>
          </p:nvSpPr>
          <p:spPr>
            <a:xfrm>
              <a:off x="3254438" y="3903713"/>
              <a:ext cx="42000" cy="55200"/>
            </a:xfrm>
            <a:prstGeom prst="homePlat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000"/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873" name="Google Shape;873;p69"/>
            <p:cNvSpPr/>
            <p:nvPr/>
          </p:nvSpPr>
          <p:spPr>
            <a:xfrm>
              <a:off x="3254438" y="4141863"/>
              <a:ext cx="42000" cy="55200"/>
            </a:xfrm>
            <a:prstGeom prst="homePlat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000"/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</p:grpSp>
      <p:sp>
        <p:nvSpPr>
          <p:cNvPr id="874" name="Google Shape;874;p69"/>
          <p:cNvSpPr txBox="1"/>
          <p:nvPr>
            <p:ph idx="7" type="title"/>
          </p:nvPr>
        </p:nvSpPr>
        <p:spPr>
          <a:xfrm>
            <a:off x="5957225" y="3619500"/>
            <a:ext cx="2111400" cy="11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Promotions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Specials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Giveaways</a:t>
            </a:r>
            <a:endParaRPr/>
          </a:p>
        </p:txBody>
      </p:sp>
      <p:sp>
        <p:nvSpPr>
          <p:cNvPr id="875" name="Google Shape;875;p69"/>
          <p:cNvSpPr txBox="1"/>
          <p:nvPr>
            <p:ph type="title"/>
          </p:nvPr>
        </p:nvSpPr>
        <p:spPr>
          <a:xfrm>
            <a:off x="459325" y="1827800"/>
            <a:ext cx="3977700" cy="61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How and when will you introduce your newest offering to the world? Give a top-level summary here, then expand below. </a:t>
            </a:r>
            <a:endParaRPr/>
          </a:p>
        </p:txBody>
      </p:sp>
      <p:sp>
        <p:nvSpPr>
          <p:cNvPr id="876" name="Google Shape;876;p69"/>
          <p:cNvSpPr txBox="1"/>
          <p:nvPr/>
        </p:nvSpPr>
        <p:spPr>
          <a:xfrm>
            <a:off x="1294350" y="114045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877" name="Google Shape;877;p69"/>
          <p:cNvSpPr txBox="1"/>
          <p:nvPr>
            <p:ph idx="8" type="title"/>
          </p:nvPr>
        </p:nvSpPr>
        <p:spPr>
          <a:xfrm>
            <a:off x="459325" y="788000"/>
            <a:ext cx="46482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Envision your upcoming product or service launch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70"/>
          <p:cNvSpPr/>
          <p:nvPr/>
        </p:nvSpPr>
        <p:spPr>
          <a:xfrm>
            <a:off x="6709050" y="1972550"/>
            <a:ext cx="2442000" cy="3177900"/>
          </a:xfrm>
          <a:prstGeom prst="snip1Rect">
            <a:avLst>
              <a:gd fmla="val 1783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83" name="Google Shape;883;p70"/>
          <p:cNvSpPr/>
          <p:nvPr/>
        </p:nvSpPr>
        <p:spPr>
          <a:xfrm>
            <a:off x="4531622" y="1972550"/>
            <a:ext cx="2177400" cy="3177900"/>
          </a:xfrm>
          <a:prstGeom prst="snip1Rect">
            <a:avLst>
              <a:gd fmla="val 1783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84" name="Google Shape;884;p70"/>
          <p:cNvSpPr/>
          <p:nvPr/>
        </p:nvSpPr>
        <p:spPr>
          <a:xfrm>
            <a:off x="0" y="1980050"/>
            <a:ext cx="2350500" cy="3177900"/>
          </a:xfrm>
          <a:prstGeom prst="snip1Rect">
            <a:avLst>
              <a:gd fmla="val 1783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85" name="Google Shape;885;p70"/>
          <p:cNvSpPr/>
          <p:nvPr/>
        </p:nvSpPr>
        <p:spPr>
          <a:xfrm>
            <a:off x="2350500" y="1972550"/>
            <a:ext cx="2185500" cy="3177900"/>
          </a:xfrm>
          <a:prstGeom prst="snip1Rect">
            <a:avLst>
              <a:gd fmla="val 1783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86" name="Google Shape;886;p70"/>
          <p:cNvSpPr txBox="1"/>
          <p:nvPr>
            <p:ph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Highlight the channels where you’ll reach your customers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887" name="Google Shape;887;p70"/>
          <p:cNvSpPr txBox="1"/>
          <p:nvPr>
            <p:ph idx="1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Go-to-market strategy</a:t>
            </a:r>
            <a:endParaRPr/>
          </a:p>
        </p:txBody>
      </p:sp>
      <p:sp>
        <p:nvSpPr>
          <p:cNvPr id="888" name="Google Shape;888;p70"/>
          <p:cNvSpPr txBox="1"/>
          <p:nvPr>
            <p:ph idx="2" type="title"/>
          </p:nvPr>
        </p:nvSpPr>
        <p:spPr>
          <a:xfrm>
            <a:off x="423025" y="2331750"/>
            <a:ext cx="16002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Channel name</a:t>
            </a:r>
            <a:endParaRPr/>
          </a:p>
        </p:txBody>
      </p:sp>
      <p:sp>
        <p:nvSpPr>
          <p:cNvPr id="889" name="Google Shape;889;p70"/>
          <p:cNvSpPr txBox="1"/>
          <p:nvPr>
            <p:ph idx="3" type="body"/>
          </p:nvPr>
        </p:nvSpPr>
        <p:spPr>
          <a:xfrm>
            <a:off x="423025" y="2733050"/>
            <a:ext cx="16002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"/>
              <a:t>Describe the channel and its role in your campaign.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b="1" lang="en"/>
              <a:t>Segments:</a:t>
            </a:r>
            <a:r>
              <a:rPr lang="en"/>
              <a:t> Name the target audiences you’ll reach through this channel.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b="1" lang="en"/>
              <a:t>Actions:</a:t>
            </a:r>
            <a:r>
              <a:rPr lang="en"/>
              <a:t> List what you’ll produce: videos, viral posts, thought leadership content, etc.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b="1" lang="en"/>
              <a:t>Goal:</a:t>
            </a:r>
            <a:r>
              <a:rPr lang="en"/>
              <a:t> Share your marketing objectives or calls to action.</a:t>
            </a:r>
            <a:endParaRPr/>
          </a:p>
        </p:txBody>
      </p:sp>
      <p:sp>
        <p:nvSpPr>
          <p:cNvPr id="890" name="Google Shape;890;p70"/>
          <p:cNvSpPr txBox="1"/>
          <p:nvPr>
            <p:ph idx="4" type="title"/>
          </p:nvPr>
        </p:nvSpPr>
        <p:spPr>
          <a:xfrm>
            <a:off x="2568575" y="2331750"/>
            <a:ext cx="17223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Channel name</a:t>
            </a:r>
            <a:endParaRPr/>
          </a:p>
        </p:txBody>
      </p:sp>
      <p:sp>
        <p:nvSpPr>
          <p:cNvPr id="891" name="Google Shape;891;p70"/>
          <p:cNvSpPr txBox="1"/>
          <p:nvPr>
            <p:ph idx="5" type="body"/>
          </p:nvPr>
        </p:nvSpPr>
        <p:spPr>
          <a:xfrm>
            <a:off x="2568575" y="2733050"/>
            <a:ext cx="17223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Describe the channel and its role in your campaign.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Segments:</a:t>
            </a:r>
            <a:r>
              <a:rPr lang="en"/>
              <a:t> Name the target audiences you’ll reach through this channel.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Actions:</a:t>
            </a:r>
            <a:r>
              <a:rPr lang="en"/>
              <a:t> List what you’ll produce: videos, viral posts, thought leadership content, etc.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Goal:</a:t>
            </a:r>
            <a:r>
              <a:rPr lang="en"/>
              <a:t> Share your marketing objectives or calls to action.</a:t>
            </a:r>
            <a:endParaRPr/>
          </a:p>
        </p:txBody>
      </p:sp>
      <p:sp>
        <p:nvSpPr>
          <p:cNvPr id="892" name="Google Shape;892;p70"/>
          <p:cNvSpPr txBox="1"/>
          <p:nvPr>
            <p:ph idx="6" type="title"/>
          </p:nvPr>
        </p:nvSpPr>
        <p:spPr>
          <a:xfrm>
            <a:off x="4751950" y="2331750"/>
            <a:ext cx="17223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Channel name</a:t>
            </a:r>
            <a:endParaRPr/>
          </a:p>
        </p:txBody>
      </p:sp>
      <p:sp>
        <p:nvSpPr>
          <p:cNvPr id="893" name="Google Shape;893;p70"/>
          <p:cNvSpPr txBox="1"/>
          <p:nvPr>
            <p:ph idx="7" type="body"/>
          </p:nvPr>
        </p:nvSpPr>
        <p:spPr>
          <a:xfrm>
            <a:off x="4751950" y="2733050"/>
            <a:ext cx="17223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Describe the channel and its role in your campaign.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Segments:</a:t>
            </a:r>
            <a:r>
              <a:rPr lang="en"/>
              <a:t> Name the target audiences you’ll reach through this channel.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Actions:</a:t>
            </a:r>
            <a:r>
              <a:rPr lang="en"/>
              <a:t> List what you’ll produce: videos, viral posts, thought leadership content, etc.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Goal:</a:t>
            </a:r>
            <a:r>
              <a:rPr lang="en"/>
              <a:t> Share your marketing objectives or calls to action.</a:t>
            </a:r>
            <a:endParaRPr/>
          </a:p>
        </p:txBody>
      </p:sp>
      <p:sp>
        <p:nvSpPr>
          <p:cNvPr id="894" name="Google Shape;894;p70"/>
          <p:cNvSpPr txBox="1"/>
          <p:nvPr>
            <p:ph idx="8" type="title"/>
          </p:nvPr>
        </p:nvSpPr>
        <p:spPr>
          <a:xfrm>
            <a:off x="6909425" y="2331750"/>
            <a:ext cx="17223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Channel name</a:t>
            </a:r>
            <a:endParaRPr/>
          </a:p>
        </p:txBody>
      </p:sp>
      <p:sp>
        <p:nvSpPr>
          <p:cNvPr id="895" name="Google Shape;895;p70"/>
          <p:cNvSpPr txBox="1"/>
          <p:nvPr>
            <p:ph idx="9" type="body"/>
          </p:nvPr>
        </p:nvSpPr>
        <p:spPr>
          <a:xfrm>
            <a:off x="6855900" y="2733050"/>
            <a:ext cx="17223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Describe the channel and its role in your campaign.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Segments:</a:t>
            </a:r>
            <a:r>
              <a:rPr lang="en"/>
              <a:t> Name the target audiences you’ll reach through this channel.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Actions:</a:t>
            </a:r>
            <a:r>
              <a:rPr lang="en"/>
              <a:t> List what you’ll produce: videos, viral posts, thought leadership content, etc.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Goal:</a:t>
            </a:r>
            <a:r>
              <a:rPr lang="en"/>
              <a:t> Share your marketing objectives or calls to action.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71"/>
          <p:cNvSpPr/>
          <p:nvPr/>
        </p:nvSpPr>
        <p:spPr>
          <a:xfrm flipH="1">
            <a:off x="493475" y="4569306"/>
            <a:ext cx="8094600" cy="574200"/>
          </a:xfrm>
          <a:prstGeom prst="snip1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901" name="Google Shape;901;p71"/>
          <p:cNvSpPr/>
          <p:nvPr/>
        </p:nvSpPr>
        <p:spPr>
          <a:xfrm flipH="1">
            <a:off x="493475" y="3995192"/>
            <a:ext cx="8094600" cy="574200"/>
          </a:xfrm>
          <a:prstGeom prst="snip1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902" name="Google Shape;902;p71"/>
          <p:cNvSpPr/>
          <p:nvPr/>
        </p:nvSpPr>
        <p:spPr>
          <a:xfrm flipH="1">
            <a:off x="493474" y="3420661"/>
            <a:ext cx="8094600" cy="574200"/>
          </a:xfrm>
          <a:prstGeom prst="snip1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903" name="Google Shape;903;p71"/>
          <p:cNvSpPr/>
          <p:nvPr/>
        </p:nvSpPr>
        <p:spPr>
          <a:xfrm flipH="1">
            <a:off x="493475" y="2859767"/>
            <a:ext cx="8094600" cy="574200"/>
          </a:xfrm>
          <a:prstGeom prst="snip1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904" name="Google Shape;904;p71"/>
          <p:cNvSpPr/>
          <p:nvPr/>
        </p:nvSpPr>
        <p:spPr>
          <a:xfrm flipH="1">
            <a:off x="493474" y="2285236"/>
            <a:ext cx="8094600" cy="574200"/>
          </a:xfrm>
          <a:prstGeom prst="snip1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905" name="Google Shape;905;p71"/>
          <p:cNvSpPr txBox="1"/>
          <p:nvPr>
            <p:ph idx="1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"/>
              <a:t>Go-to-market strategy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906" name="Google Shape;906;p71"/>
          <p:cNvSpPr txBox="1"/>
          <p:nvPr>
            <p:ph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Marketing assets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907" name="Google Shape;907;p71"/>
          <p:cNvSpPr txBox="1"/>
          <p:nvPr>
            <p:ph idx="2" type="subTitle"/>
          </p:nvPr>
        </p:nvSpPr>
        <p:spPr>
          <a:xfrm>
            <a:off x="705575" y="2387975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" sz="1000"/>
              <a:t>Asset type 1</a:t>
            </a:r>
            <a:endParaRPr sz="1000"/>
          </a:p>
        </p:txBody>
      </p:sp>
      <p:sp>
        <p:nvSpPr>
          <p:cNvPr id="908" name="Google Shape;908;p71"/>
          <p:cNvSpPr txBox="1"/>
          <p:nvPr>
            <p:ph idx="3" type="subTitle"/>
          </p:nvPr>
        </p:nvSpPr>
        <p:spPr>
          <a:xfrm>
            <a:off x="705575" y="2948575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" sz="1000"/>
              <a:t>Asset type 2</a:t>
            </a:r>
            <a:endParaRPr sz="1000"/>
          </a:p>
        </p:txBody>
      </p:sp>
      <p:sp>
        <p:nvSpPr>
          <p:cNvPr id="909" name="Google Shape;909;p71"/>
          <p:cNvSpPr txBox="1"/>
          <p:nvPr>
            <p:ph idx="4" type="subTitle"/>
          </p:nvPr>
        </p:nvSpPr>
        <p:spPr>
          <a:xfrm>
            <a:off x="705575" y="3518838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" sz="1000"/>
              <a:t>Asset type 3</a:t>
            </a:r>
            <a:endParaRPr sz="1000"/>
          </a:p>
        </p:txBody>
      </p:sp>
      <p:sp>
        <p:nvSpPr>
          <p:cNvPr id="910" name="Google Shape;910;p71"/>
          <p:cNvSpPr txBox="1"/>
          <p:nvPr>
            <p:ph idx="5" type="subTitle"/>
          </p:nvPr>
        </p:nvSpPr>
        <p:spPr>
          <a:xfrm>
            <a:off x="705575" y="4092600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" sz="1000"/>
              <a:t>Asset type 4</a:t>
            </a:r>
            <a:endParaRPr sz="1000"/>
          </a:p>
        </p:txBody>
      </p:sp>
      <p:sp>
        <p:nvSpPr>
          <p:cNvPr id="911" name="Google Shape;911;p71"/>
          <p:cNvSpPr txBox="1"/>
          <p:nvPr>
            <p:ph idx="6" type="subTitle"/>
          </p:nvPr>
        </p:nvSpPr>
        <p:spPr>
          <a:xfrm>
            <a:off x="705575" y="4654250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" sz="1000"/>
              <a:t>Asset type 5</a:t>
            </a:r>
            <a:endParaRPr sz="1000"/>
          </a:p>
        </p:txBody>
      </p:sp>
      <p:sp>
        <p:nvSpPr>
          <p:cNvPr id="912" name="Google Shape;912;p71"/>
          <p:cNvSpPr txBox="1"/>
          <p:nvPr>
            <p:ph idx="7" type="body"/>
          </p:nvPr>
        </p:nvSpPr>
        <p:spPr>
          <a:xfrm>
            <a:off x="5843600" y="4634675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900"/>
              <a:t>Briefly describe the content of this asset. </a:t>
            </a:r>
            <a:endParaRPr sz="900"/>
          </a:p>
        </p:txBody>
      </p:sp>
      <p:sp>
        <p:nvSpPr>
          <p:cNvPr id="913" name="Google Shape;913;p71"/>
          <p:cNvSpPr txBox="1"/>
          <p:nvPr>
            <p:ph idx="8" type="body"/>
          </p:nvPr>
        </p:nvSpPr>
        <p:spPr>
          <a:xfrm>
            <a:off x="5843600" y="4088050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900"/>
              <a:t>Briefly describe the content of this asset. </a:t>
            </a:r>
            <a:endParaRPr sz="900"/>
          </a:p>
        </p:txBody>
      </p:sp>
      <p:sp>
        <p:nvSpPr>
          <p:cNvPr id="914" name="Google Shape;914;p71"/>
          <p:cNvSpPr txBox="1"/>
          <p:nvPr>
            <p:ph idx="9" type="body"/>
          </p:nvPr>
        </p:nvSpPr>
        <p:spPr>
          <a:xfrm>
            <a:off x="5843600" y="3509538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900"/>
              <a:t>Briefly describe the content of this asset. </a:t>
            </a:r>
            <a:endParaRPr sz="900"/>
          </a:p>
        </p:txBody>
      </p:sp>
      <p:sp>
        <p:nvSpPr>
          <p:cNvPr id="915" name="Google Shape;915;p71"/>
          <p:cNvSpPr txBox="1"/>
          <p:nvPr>
            <p:ph idx="13" type="body"/>
          </p:nvPr>
        </p:nvSpPr>
        <p:spPr>
          <a:xfrm>
            <a:off x="5843600" y="2948725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900"/>
              <a:t>Briefly describe the content of this asset. </a:t>
            </a:r>
            <a:endParaRPr sz="900"/>
          </a:p>
        </p:txBody>
      </p:sp>
      <p:sp>
        <p:nvSpPr>
          <p:cNvPr id="916" name="Google Shape;916;p71"/>
          <p:cNvSpPr txBox="1"/>
          <p:nvPr>
            <p:ph idx="14" type="title"/>
          </p:nvPr>
        </p:nvSpPr>
        <p:spPr>
          <a:xfrm>
            <a:off x="523500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Assets</a:t>
            </a:r>
            <a:endParaRPr/>
          </a:p>
        </p:txBody>
      </p:sp>
      <p:sp>
        <p:nvSpPr>
          <p:cNvPr id="917" name="Google Shape;917;p71"/>
          <p:cNvSpPr txBox="1"/>
          <p:nvPr>
            <p:ph idx="15" type="title"/>
          </p:nvPr>
        </p:nvSpPr>
        <p:spPr>
          <a:xfrm>
            <a:off x="2227800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Size/time</a:t>
            </a:r>
            <a:endParaRPr/>
          </a:p>
        </p:txBody>
      </p:sp>
      <p:sp>
        <p:nvSpPr>
          <p:cNvPr id="918" name="Google Shape;918;p71"/>
          <p:cNvSpPr txBox="1"/>
          <p:nvPr>
            <p:ph idx="16" type="title"/>
          </p:nvPr>
        </p:nvSpPr>
        <p:spPr>
          <a:xfrm>
            <a:off x="3932100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Channels</a:t>
            </a:r>
            <a:endParaRPr/>
          </a:p>
        </p:txBody>
      </p:sp>
      <p:sp>
        <p:nvSpPr>
          <p:cNvPr id="919" name="Google Shape;919;p71"/>
          <p:cNvSpPr txBox="1"/>
          <p:nvPr>
            <p:ph idx="17" type="title"/>
          </p:nvPr>
        </p:nvSpPr>
        <p:spPr>
          <a:xfrm>
            <a:off x="5845325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Description</a:t>
            </a:r>
            <a:endParaRPr/>
          </a:p>
        </p:txBody>
      </p:sp>
      <p:sp>
        <p:nvSpPr>
          <p:cNvPr id="920" name="Google Shape;920;p71"/>
          <p:cNvSpPr txBox="1"/>
          <p:nvPr>
            <p:ph idx="18" type="body"/>
          </p:nvPr>
        </p:nvSpPr>
        <p:spPr>
          <a:xfrm>
            <a:off x="3930375" y="4634677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900"/>
              <a:t>Channel names</a:t>
            </a:r>
            <a:endParaRPr sz="900"/>
          </a:p>
        </p:txBody>
      </p:sp>
      <p:sp>
        <p:nvSpPr>
          <p:cNvPr id="921" name="Google Shape;921;p71"/>
          <p:cNvSpPr txBox="1"/>
          <p:nvPr>
            <p:ph idx="19" type="body"/>
          </p:nvPr>
        </p:nvSpPr>
        <p:spPr>
          <a:xfrm>
            <a:off x="3930375" y="408805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900"/>
              <a:t>Channel names</a:t>
            </a:r>
            <a:endParaRPr sz="900"/>
          </a:p>
        </p:txBody>
      </p:sp>
      <p:sp>
        <p:nvSpPr>
          <p:cNvPr id="922" name="Google Shape;922;p71"/>
          <p:cNvSpPr txBox="1"/>
          <p:nvPr>
            <p:ph idx="20" type="body"/>
          </p:nvPr>
        </p:nvSpPr>
        <p:spPr>
          <a:xfrm>
            <a:off x="3930375" y="350954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900"/>
              <a:t>Channel names</a:t>
            </a:r>
            <a:endParaRPr sz="900"/>
          </a:p>
        </p:txBody>
      </p:sp>
      <p:sp>
        <p:nvSpPr>
          <p:cNvPr id="923" name="Google Shape;923;p71"/>
          <p:cNvSpPr txBox="1"/>
          <p:nvPr>
            <p:ph idx="21" type="body"/>
          </p:nvPr>
        </p:nvSpPr>
        <p:spPr>
          <a:xfrm>
            <a:off x="3930375" y="294873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900"/>
              <a:t>Channel names</a:t>
            </a:r>
            <a:endParaRPr sz="900"/>
          </a:p>
        </p:txBody>
      </p:sp>
      <p:sp>
        <p:nvSpPr>
          <p:cNvPr id="924" name="Google Shape;924;p71"/>
          <p:cNvSpPr txBox="1"/>
          <p:nvPr>
            <p:ph idx="22" type="body"/>
          </p:nvPr>
        </p:nvSpPr>
        <p:spPr>
          <a:xfrm>
            <a:off x="2226950" y="4634675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900"/>
              <a:t>00 / 00s</a:t>
            </a:r>
            <a:endParaRPr sz="900"/>
          </a:p>
        </p:txBody>
      </p:sp>
      <p:sp>
        <p:nvSpPr>
          <p:cNvPr id="925" name="Google Shape;925;p71"/>
          <p:cNvSpPr txBox="1"/>
          <p:nvPr>
            <p:ph idx="23" type="body"/>
          </p:nvPr>
        </p:nvSpPr>
        <p:spPr>
          <a:xfrm>
            <a:off x="2226950" y="4088053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900"/>
              <a:t>00 / 00s</a:t>
            </a:r>
            <a:endParaRPr sz="900"/>
          </a:p>
        </p:txBody>
      </p:sp>
      <p:sp>
        <p:nvSpPr>
          <p:cNvPr id="926" name="Google Shape;926;p71"/>
          <p:cNvSpPr txBox="1"/>
          <p:nvPr>
            <p:ph idx="24" type="body"/>
          </p:nvPr>
        </p:nvSpPr>
        <p:spPr>
          <a:xfrm>
            <a:off x="2226950" y="3509544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900"/>
              <a:t>00 / 00s</a:t>
            </a:r>
            <a:endParaRPr sz="900"/>
          </a:p>
        </p:txBody>
      </p:sp>
      <p:sp>
        <p:nvSpPr>
          <p:cNvPr id="927" name="Google Shape;927;p71"/>
          <p:cNvSpPr txBox="1"/>
          <p:nvPr>
            <p:ph idx="25" type="body"/>
          </p:nvPr>
        </p:nvSpPr>
        <p:spPr>
          <a:xfrm>
            <a:off x="2226950" y="2948734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900"/>
              <a:t>00 / 00s</a:t>
            </a:r>
            <a:endParaRPr sz="900"/>
          </a:p>
        </p:txBody>
      </p:sp>
      <p:sp>
        <p:nvSpPr>
          <p:cNvPr id="928" name="Google Shape;928;p71"/>
          <p:cNvSpPr txBox="1"/>
          <p:nvPr>
            <p:ph idx="26" type="body"/>
          </p:nvPr>
        </p:nvSpPr>
        <p:spPr>
          <a:xfrm>
            <a:off x="5843600" y="2388163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900"/>
              <a:t>Briefly describe the content of this asset. </a:t>
            </a:r>
            <a:endParaRPr sz="900"/>
          </a:p>
        </p:txBody>
      </p:sp>
      <p:sp>
        <p:nvSpPr>
          <p:cNvPr id="929" name="Google Shape;929;p71"/>
          <p:cNvSpPr txBox="1"/>
          <p:nvPr>
            <p:ph idx="27" type="body"/>
          </p:nvPr>
        </p:nvSpPr>
        <p:spPr>
          <a:xfrm>
            <a:off x="3930375" y="238817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900"/>
              <a:t>Channel names</a:t>
            </a:r>
            <a:endParaRPr sz="900"/>
          </a:p>
        </p:txBody>
      </p:sp>
      <p:sp>
        <p:nvSpPr>
          <p:cNvPr id="930" name="Google Shape;930;p71"/>
          <p:cNvSpPr txBox="1"/>
          <p:nvPr>
            <p:ph idx="28" type="body"/>
          </p:nvPr>
        </p:nvSpPr>
        <p:spPr>
          <a:xfrm>
            <a:off x="2226950" y="2388175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900"/>
              <a:t>00 / 00s</a:t>
            </a:r>
            <a:endParaRPr sz="9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72"/>
          <p:cNvSpPr/>
          <p:nvPr/>
        </p:nvSpPr>
        <p:spPr>
          <a:xfrm>
            <a:off x="0" y="2218375"/>
            <a:ext cx="4533900" cy="2925000"/>
          </a:xfrm>
          <a:prstGeom prst="snip1Rect">
            <a:avLst>
              <a:gd fmla="val 754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936" name="Google Shape;936;p72"/>
          <p:cNvSpPr/>
          <p:nvPr/>
        </p:nvSpPr>
        <p:spPr>
          <a:xfrm>
            <a:off x="4572000" y="2217147"/>
            <a:ext cx="4572000" cy="951900"/>
          </a:xfrm>
          <a:prstGeom prst="snip1Rect">
            <a:avLst>
              <a:gd fmla="val 24462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937" name="Google Shape;937;p72"/>
          <p:cNvSpPr/>
          <p:nvPr/>
        </p:nvSpPr>
        <p:spPr>
          <a:xfrm>
            <a:off x="4572000" y="3205788"/>
            <a:ext cx="4572000" cy="951900"/>
          </a:xfrm>
          <a:prstGeom prst="snip1Rect">
            <a:avLst>
              <a:gd fmla="val 24462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938" name="Google Shape;938;p72"/>
          <p:cNvSpPr/>
          <p:nvPr/>
        </p:nvSpPr>
        <p:spPr>
          <a:xfrm>
            <a:off x="4572000" y="4191596"/>
            <a:ext cx="4572000" cy="951900"/>
          </a:xfrm>
          <a:prstGeom prst="snip1Rect">
            <a:avLst>
              <a:gd fmla="val 24462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939" name="Google Shape;939;p72"/>
          <p:cNvSpPr txBox="1"/>
          <p:nvPr>
            <p:ph idx="4"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/>
              <a:t>Break down your post-launch strategy</a:t>
            </a:r>
            <a:endParaRPr/>
          </a:p>
        </p:txBody>
      </p:sp>
      <p:sp>
        <p:nvSpPr>
          <p:cNvPr id="940" name="Google Shape;940;p72"/>
          <p:cNvSpPr txBox="1"/>
          <p:nvPr>
            <p:ph idx="4294967295" type="body"/>
          </p:nvPr>
        </p:nvSpPr>
        <p:spPr>
          <a:xfrm>
            <a:off x="5761162" y="2472057"/>
            <a:ext cx="2955900" cy="51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"/>
              <a:t>Tell potential investors how you plan to leverage momentum after your launch.</a:t>
            </a:r>
            <a:endParaRPr/>
          </a:p>
        </p:txBody>
      </p:sp>
      <p:sp>
        <p:nvSpPr>
          <p:cNvPr id="941" name="Google Shape;941;p72"/>
          <p:cNvSpPr txBox="1"/>
          <p:nvPr>
            <p:ph idx="4294967295" type="body"/>
          </p:nvPr>
        </p:nvSpPr>
        <p:spPr>
          <a:xfrm>
            <a:off x="5761162" y="3436244"/>
            <a:ext cx="2955900" cy="51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"/>
              <a:t>Tell potential investors how you plan to leverage momentum after your launch.</a:t>
            </a:r>
            <a:endParaRPr/>
          </a:p>
        </p:txBody>
      </p:sp>
      <p:sp>
        <p:nvSpPr>
          <p:cNvPr id="942" name="Google Shape;942;p72"/>
          <p:cNvSpPr txBox="1"/>
          <p:nvPr>
            <p:ph idx="4294967295" type="body"/>
          </p:nvPr>
        </p:nvSpPr>
        <p:spPr>
          <a:xfrm>
            <a:off x="5761162" y="4399826"/>
            <a:ext cx="2955900" cy="51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"/>
              <a:t>Tell potential investors how you plan to leverage momentum after your launch.</a:t>
            </a:r>
            <a:endParaRPr/>
          </a:p>
        </p:txBody>
      </p:sp>
      <p:sp>
        <p:nvSpPr>
          <p:cNvPr id="943" name="Google Shape;943;p72"/>
          <p:cNvSpPr txBox="1"/>
          <p:nvPr>
            <p:ph type="title"/>
          </p:nvPr>
        </p:nvSpPr>
        <p:spPr>
          <a:xfrm>
            <a:off x="5135225" y="2600350"/>
            <a:ext cx="554100" cy="367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solidFill>
                  <a:schemeClr val="accent3"/>
                </a:solidFill>
              </a:rPr>
              <a:t>1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944" name="Google Shape;944;p72"/>
          <p:cNvSpPr txBox="1"/>
          <p:nvPr>
            <p:ph idx="2" type="title"/>
          </p:nvPr>
        </p:nvSpPr>
        <p:spPr>
          <a:xfrm>
            <a:off x="5135225" y="3562743"/>
            <a:ext cx="554100" cy="367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solidFill>
                  <a:schemeClr val="accent3"/>
                </a:solidFill>
              </a:rPr>
              <a:t>2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945" name="Google Shape;945;p72"/>
          <p:cNvSpPr txBox="1"/>
          <p:nvPr>
            <p:ph idx="3" type="title"/>
          </p:nvPr>
        </p:nvSpPr>
        <p:spPr>
          <a:xfrm>
            <a:off x="5135225" y="4500074"/>
            <a:ext cx="554100" cy="367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solidFill>
                  <a:schemeClr val="accent3"/>
                </a:solidFill>
              </a:rPr>
              <a:t>3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946" name="Google Shape;946;p72"/>
          <p:cNvSpPr txBox="1"/>
          <p:nvPr>
            <p:ph idx="5" type="body"/>
          </p:nvPr>
        </p:nvSpPr>
        <p:spPr>
          <a:xfrm>
            <a:off x="5761162" y="2472057"/>
            <a:ext cx="2955900" cy="5184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Tell potential investors how you plan to leverage momentum after your launch. For example, you might release product updates or expand to new markets.</a:t>
            </a:r>
            <a:endParaRPr/>
          </a:p>
        </p:txBody>
      </p:sp>
      <p:sp>
        <p:nvSpPr>
          <p:cNvPr id="947" name="Google Shape;947;p72"/>
          <p:cNvSpPr txBox="1"/>
          <p:nvPr>
            <p:ph idx="6" type="body"/>
          </p:nvPr>
        </p:nvSpPr>
        <p:spPr>
          <a:xfrm>
            <a:off x="5761162" y="3436244"/>
            <a:ext cx="2955900" cy="5184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Tell potential investors how you plan to leverage momentum after your launch. For example, you might release product updates or expand to new markets.</a:t>
            </a:r>
            <a:endParaRPr/>
          </a:p>
        </p:txBody>
      </p:sp>
      <p:sp>
        <p:nvSpPr>
          <p:cNvPr id="948" name="Google Shape;948;p72"/>
          <p:cNvSpPr txBox="1"/>
          <p:nvPr>
            <p:ph idx="7" type="body"/>
          </p:nvPr>
        </p:nvSpPr>
        <p:spPr>
          <a:xfrm>
            <a:off x="5761162" y="4399826"/>
            <a:ext cx="2955900" cy="5184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Tell potential investors how you plan to leverage momentum after your launch. For example, you might release product updates or expand to new markets.</a:t>
            </a:r>
            <a:endParaRPr/>
          </a:p>
        </p:txBody>
      </p:sp>
      <p:sp>
        <p:nvSpPr>
          <p:cNvPr id="949" name="Google Shape;949;p72"/>
          <p:cNvSpPr txBox="1"/>
          <p:nvPr>
            <p:ph idx="8" type="body"/>
          </p:nvPr>
        </p:nvSpPr>
        <p:spPr>
          <a:xfrm>
            <a:off x="706399" y="2753996"/>
            <a:ext cx="3288300" cy="1731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Tell potential investors how you plan to leverage momentum after your launch. For example, you might release product updates or expand to new markets.</a:t>
            </a:r>
            <a:endParaRPr/>
          </a:p>
        </p:txBody>
      </p:sp>
      <p:sp>
        <p:nvSpPr>
          <p:cNvPr id="950" name="Google Shape;950;p72"/>
          <p:cNvSpPr txBox="1"/>
          <p:nvPr>
            <p:ph idx="1" type="subTitle"/>
          </p:nvPr>
        </p:nvSpPr>
        <p:spPr>
          <a:xfrm>
            <a:off x="446900" y="397650"/>
            <a:ext cx="5344500" cy="309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"/>
              <a:t>Go-to-market strategy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73"/>
          <p:cNvSpPr/>
          <p:nvPr/>
        </p:nvSpPr>
        <p:spPr>
          <a:xfrm>
            <a:off x="465950" y="4305553"/>
            <a:ext cx="2585400" cy="362100"/>
          </a:xfrm>
          <a:prstGeom prst="snip1Rect">
            <a:avLst>
              <a:gd fmla="val 2974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956" name="Google Shape;956;p73"/>
          <p:cNvSpPr txBox="1"/>
          <p:nvPr/>
        </p:nvSpPr>
        <p:spPr>
          <a:xfrm>
            <a:off x="446600" y="2273501"/>
            <a:ext cx="1126500" cy="7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Revenue (sales)</a:t>
            </a:r>
            <a:endParaRPr sz="10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Total income</a:t>
            </a:r>
            <a:endParaRPr sz="10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957" name="Google Shape;957;p73"/>
          <p:cNvCxnSpPr/>
          <p:nvPr/>
        </p:nvCxnSpPr>
        <p:spPr>
          <a:xfrm>
            <a:off x="468061" y="2587550"/>
            <a:ext cx="25854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8" name="Google Shape;958;p73"/>
          <p:cNvSpPr txBox="1"/>
          <p:nvPr/>
        </p:nvSpPr>
        <p:spPr>
          <a:xfrm>
            <a:off x="1881900" y="2268451"/>
            <a:ext cx="1026000" cy="7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$0,000</a:t>
            </a:r>
            <a:endParaRPr sz="10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$0,000</a:t>
            </a:r>
            <a:endParaRPr sz="10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9" name="Google Shape;959;p73"/>
          <p:cNvSpPr txBox="1"/>
          <p:nvPr/>
        </p:nvSpPr>
        <p:spPr>
          <a:xfrm>
            <a:off x="446100" y="3395941"/>
            <a:ext cx="1320600" cy="9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Costs of goods sold </a:t>
            </a:r>
            <a:endParaRPr sz="10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Operating expenses</a:t>
            </a:r>
            <a:endParaRPr sz="10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Total costs</a:t>
            </a:r>
            <a:endParaRPr sz="10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960" name="Google Shape;960;p73"/>
          <p:cNvCxnSpPr/>
          <p:nvPr/>
        </p:nvCxnSpPr>
        <p:spPr>
          <a:xfrm>
            <a:off x="468050" y="3712375"/>
            <a:ext cx="25854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1" name="Google Shape;961;p73"/>
          <p:cNvSpPr txBox="1"/>
          <p:nvPr/>
        </p:nvSpPr>
        <p:spPr>
          <a:xfrm>
            <a:off x="1881900" y="3395948"/>
            <a:ext cx="1026000" cy="9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$0,000</a:t>
            </a:r>
            <a:endParaRPr sz="10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$0,000</a:t>
            </a:r>
            <a:endParaRPr sz="10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$0,000</a:t>
            </a:r>
            <a:endParaRPr sz="10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962" name="Google Shape;962;p73"/>
          <p:cNvCxnSpPr/>
          <p:nvPr/>
        </p:nvCxnSpPr>
        <p:spPr>
          <a:xfrm>
            <a:off x="1758650" y="3349300"/>
            <a:ext cx="0" cy="8343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3" name="Google Shape;963;p73"/>
          <p:cNvSpPr txBox="1"/>
          <p:nvPr/>
        </p:nvSpPr>
        <p:spPr>
          <a:xfrm>
            <a:off x="612288" y="4272013"/>
            <a:ext cx="11937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rPr>
              <a:t>Net income</a:t>
            </a:r>
            <a:endParaRPr sz="1000">
              <a:solidFill>
                <a:schemeClr val="accent6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964" name="Google Shape;964;p73"/>
          <p:cNvSpPr txBox="1"/>
          <p:nvPr/>
        </p:nvSpPr>
        <p:spPr>
          <a:xfrm>
            <a:off x="1798038" y="4290438"/>
            <a:ext cx="11937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rPr>
              <a:t>$0,000</a:t>
            </a:r>
            <a:endParaRPr sz="1000">
              <a:solidFill>
                <a:schemeClr val="accent6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grpSp>
        <p:nvGrpSpPr>
          <p:cNvPr id="965" name="Google Shape;965;p73"/>
          <p:cNvGrpSpPr/>
          <p:nvPr/>
        </p:nvGrpSpPr>
        <p:grpSpPr>
          <a:xfrm>
            <a:off x="4355320" y="1877750"/>
            <a:ext cx="4788862" cy="2297800"/>
            <a:chOff x="3997200" y="1877750"/>
            <a:chExt cx="5147100" cy="2297800"/>
          </a:xfrm>
        </p:grpSpPr>
        <p:cxnSp>
          <p:nvCxnSpPr>
            <p:cNvPr id="966" name="Google Shape;966;p73"/>
            <p:cNvCxnSpPr/>
            <p:nvPr/>
          </p:nvCxnSpPr>
          <p:spPr>
            <a:xfrm>
              <a:off x="3997200" y="4175550"/>
              <a:ext cx="51471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7" name="Google Shape;967;p73"/>
            <p:cNvCxnSpPr/>
            <p:nvPr/>
          </p:nvCxnSpPr>
          <p:spPr>
            <a:xfrm>
              <a:off x="3997200" y="4022363"/>
              <a:ext cx="51471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8" name="Google Shape;968;p73"/>
            <p:cNvCxnSpPr/>
            <p:nvPr/>
          </p:nvCxnSpPr>
          <p:spPr>
            <a:xfrm>
              <a:off x="3997200" y="3869177"/>
              <a:ext cx="51471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9" name="Google Shape;969;p73"/>
            <p:cNvCxnSpPr/>
            <p:nvPr/>
          </p:nvCxnSpPr>
          <p:spPr>
            <a:xfrm>
              <a:off x="3997200" y="3715990"/>
              <a:ext cx="51471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0" name="Google Shape;970;p73"/>
            <p:cNvCxnSpPr/>
            <p:nvPr/>
          </p:nvCxnSpPr>
          <p:spPr>
            <a:xfrm>
              <a:off x="3997200" y="3562803"/>
              <a:ext cx="51471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1" name="Google Shape;971;p73"/>
            <p:cNvCxnSpPr/>
            <p:nvPr/>
          </p:nvCxnSpPr>
          <p:spPr>
            <a:xfrm>
              <a:off x="3997200" y="3409617"/>
              <a:ext cx="51471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2" name="Google Shape;972;p73"/>
            <p:cNvCxnSpPr/>
            <p:nvPr/>
          </p:nvCxnSpPr>
          <p:spPr>
            <a:xfrm>
              <a:off x="3997200" y="3256430"/>
              <a:ext cx="51471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3" name="Google Shape;973;p73"/>
            <p:cNvCxnSpPr/>
            <p:nvPr/>
          </p:nvCxnSpPr>
          <p:spPr>
            <a:xfrm>
              <a:off x="3997200" y="3103243"/>
              <a:ext cx="51471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4" name="Google Shape;974;p73"/>
            <p:cNvCxnSpPr/>
            <p:nvPr/>
          </p:nvCxnSpPr>
          <p:spPr>
            <a:xfrm>
              <a:off x="3997200" y="2950057"/>
              <a:ext cx="51471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5" name="Google Shape;975;p73"/>
            <p:cNvCxnSpPr/>
            <p:nvPr/>
          </p:nvCxnSpPr>
          <p:spPr>
            <a:xfrm>
              <a:off x="3997200" y="2796870"/>
              <a:ext cx="51471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6" name="Google Shape;976;p73"/>
            <p:cNvCxnSpPr/>
            <p:nvPr/>
          </p:nvCxnSpPr>
          <p:spPr>
            <a:xfrm>
              <a:off x="3997200" y="2643683"/>
              <a:ext cx="51471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7" name="Google Shape;977;p73"/>
            <p:cNvCxnSpPr/>
            <p:nvPr/>
          </p:nvCxnSpPr>
          <p:spPr>
            <a:xfrm>
              <a:off x="3997200" y="2490497"/>
              <a:ext cx="51471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8" name="Google Shape;978;p73"/>
            <p:cNvCxnSpPr/>
            <p:nvPr/>
          </p:nvCxnSpPr>
          <p:spPr>
            <a:xfrm>
              <a:off x="3997200" y="2337310"/>
              <a:ext cx="51471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9" name="Google Shape;979;p73"/>
            <p:cNvCxnSpPr/>
            <p:nvPr/>
          </p:nvCxnSpPr>
          <p:spPr>
            <a:xfrm>
              <a:off x="3997200" y="2184123"/>
              <a:ext cx="51471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80" name="Google Shape;980;p73"/>
            <p:cNvCxnSpPr/>
            <p:nvPr/>
          </p:nvCxnSpPr>
          <p:spPr>
            <a:xfrm>
              <a:off x="3997200" y="2030937"/>
              <a:ext cx="51471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81" name="Google Shape;981;p73"/>
            <p:cNvCxnSpPr/>
            <p:nvPr/>
          </p:nvCxnSpPr>
          <p:spPr>
            <a:xfrm>
              <a:off x="3997200" y="1877750"/>
              <a:ext cx="51471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982" name="Google Shape;982;p73"/>
          <p:cNvSpPr txBox="1"/>
          <p:nvPr/>
        </p:nvSpPr>
        <p:spPr>
          <a:xfrm>
            <a:off x="3816774" y="4119212"/>
            <a:ext cx="600300" cy="1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>
                <a:solidFill>
                  <a:schemeClr val="accent6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100,000</a:t>
            </a:r>
            <a:endParaRPr sz="800">
              <a:solidFill>
                <a:schemeClr val="accent6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83" name="Google Shape;983;p73"/>
          <p:cNvSpPr txBox="1"/>
          <p:nvPr/>
        </p:nvSpPr>
        <p:spPr>
          <a:xfrm>
            <a:off x="3816774" y="3966131"/>
            <a:ext cx="600300" cy="1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>
                <a:solidFill>
                  <a:schemeClr val="accent6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105,000</a:t>
            </a:r>
            <a:endParaRPr sz="800">
              <a:solidFill>
                <a:schemeClr val="accent6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84" name="Google Shape;984;p73"/>
          <p:cNvSpPr txBox="1"/>
          <p:nvPr/>
        </p:nvSpPr>
        <p:spPr>
          <a:xfrm>
            <a:off x="3816774" y="3659728"/>
            <a:ext cx="600300" cy="1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>
                <a:solidFill>
                  <a:schemeClr val="accent6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115,000</a:t>
            </a:r>
            <a:endParaRPr sz="800">
              <a:solidFill>
                <a:schemeClr val="accent6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85" name="Google Shape;985;p73"/>
          <p:cNvSpPr txBox="1"/>
          <p:nvPr/>
        </p:nvSpPr>
        <p:spPr>
          <a:xfrm>
            <a:off x="3816774" y="3813205"/>
            <a:ext cx="600300" cy="1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>
                <a:solidFill>
                  <a:schemeClr val="accent6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110,000</a:t>
            </a:r>
            <a:endParaRPr sz="800">
              <a:solidFill>
                <a:schemeClr val="accent6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86" name="Google Shape;986;p73"/>
          <p:cNvSpPr txBox="1"/>
          <p:nvPr/>
        </p:nvSpPr>
        <p:spPr>
          <a:xfrm>
            <a:off x="3816774" y="3507070"/>
            <a:ext cx="600300" cy="1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>
                <a:solidFill>
                  <a:schemeClr val="accent6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120,000</a:t>
            </a:r>
            <a:endParaRPr sz="800">
              <a:solidFill>
                <a:schemeClr val="accent6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87" name="Google Shape;987;p73"/>
          <p:cNvSpPr txBox="1"/>
          <p:nvPr/>
        </p:nvSpPr>
        <p:spPr>
          <a:xfrm>
            <a:off x="3816774" y="3353307"/>
            <a:ext cx="600300" cy="1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>
                <a:solidFill>
                  <a:schemeClr val="accent6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125,000</a:t>
            </a:r>
            <a:endParaRPr sz="800">
              <a:solidFill>
                <a:schemeClr val="accent6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88" name="Google Shape;988;p73"/>
          <p:cNvSpPr txBox="1"/>
          <p:nvPr/>
        </p:nvSpPr>
        <p:spPr>
          <a:xfrm>
            <a:off x="3816774" y="3046926"/>
            <a:ext cx="600300" cy="1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>
                <a:solidFill>
                  <a:schemeClr val="accent6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135,000</a:t>
            </a:r>
            <a:endParaRPr sz="800">
              <a:solidFill>
                <a:schemeClr val="accent6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89" name="Google Shape;989;p73"/>
          <p:cNvSpPr txBox="1"/>
          <p:nvPr/>
        </p:nvSpPr>
        <p:spPr>
          <a:xfrm>
            <a:off x="3816774" y="3200112"/>
            <a:ext cx="600300" cy="1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>
                <a:solidFill>
                  <a:schemeClr val="accent6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130,000</a:t>
            </a:r>
            <a:endParaRPr sz="800">
              <a:solidFill>
                <a:schemeClr val="accent6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90" name="Google Shape;990;p73"/>
          <p:cNvSpPr txBox="1"/>
          <p:nvPr/>
        </p:nvSpPr>
        <p:spPr>
          <a:xfrm>
            <a:off x="3816774" y="2893173"/>
            <a:ext cx="600300" cy="1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>
                <a:solidFill>
                  <a:schemeClr val="accent6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140,000</a:t>
            </a:r>
            <a:endParaRPr sz="800">
              <a:solidFill>
                <a:schemeClr val="accent6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91" name="Google Shape;991;p73"/>
          <p:cNvSpPr txBox="1"/>
          <p:nvPr/>
        </p:nvSpPr>
        <p:spPr>
          <a:xfrm>
            <a:off x="3816774" y="2740663"/>
            <a:ext cx="600300" cy="1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>
                <a:solidFill>
                  <a:schemeClr val="accent6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145,000</a:t>
            </a:r>
            <a:endParaRPr sz="800">
              <a:solidFill>
                <a:schemeClr val="accent6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92" name="Google Shape;992;p73"/>
          <p:cNvSpPr txBox="1"/>
          <p:nvPr/>
        </p:nvSpPr>
        <p:spPr>
          <a:xfrm>
            <a:off x="3816774" y="2587585"/>
            <a:ext cx="600300" cy="1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>
                <a:solidFill>
                  <a:schemeClr val="accent6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150,000</a:t>
            </a:r>
            <a:endParaRPr sz="800">
              <a:solidFill>
                <a:schemeClr val="accent6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93" name="Google Shape;993;p73"/>
          <p:cNvSpPr txBox="1"/>
          <p:nvPr/>
        </p:nvSpPr>
        <p:spPr>
          <a:xfrm>
            <a:off x="3816774" y="2433788"/>
            <a:ext cx="600300" cy="1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>
                <a:solidFill>
                  <a:schemeClr val="accent6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155,000</a:t>
            </a:r>
            <a:endParaRPr sz="800">
              <a:solidFill>
                <a:schemeClr val="accent6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94" name="Google Shape;994;p73"/>
          <p:cNvSpPr txBox="1"/>
          <p:nvPr/>
        </p:nvSpPr>
        <p:spPr>
          <a:xfrm>
            <a:off x="3816774" y="2281230"/>
            <a:ext cx="600300" cy="1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>
                <a:solidFill>
                  <a:schemeClr val="accent6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160,000</a:t>
            </a:r>
            <a:endParaRPr sz="800">
              <a:solidFill>
                <a:schemeClr val="accent6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95" name="Google Shape;995;p73"/>
          <p:cNvSpPr txBox="1"/>
          <p:nvPr/>
        </p:nvSpPr>
        <p:spPr>
          <a:xfrm>
            <a:off x="3816774" y="2127385"/>
            <a:ext cx="600300" cy="1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>
                <a:solidFill>
                  <a:schemeClr val="accent6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165,000</a:t>
            </a:r>
            <a:endParaRPr sz="800">
              <a:solidFill>
                <a:schemeClr val="accent6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96" name="Google Shape;996;p73"/>
          <p:cNvSpPr txBox="1"/>
          <p:nvPr/>
        </p:nvSpPr>
        <p:spPr>
          <a:xfrm>
            <a:off x="3816774" y="1974197"/>
            <a:ext cx="600300" cy="1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>
                <a:solidFill>
                  <a:schemeClr val="accent6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170,000</a:t>
            </a:r>
            <a:endParaRPr sz="800">
              <a:solidFill>
                <a:schemeClr val="accent6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97" name="Google Shape;997;p73"/>
          <p:cNvSpPr txBox="1"/>
          <p:nvPr/>
        </p:nvSpPr>
        <p:spPr>
          <a:xfrm>
            <a:off x="3816774" y="1820450"/>
            <a:ext cx="600300" cy="1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>
                <a:solidFill>
                  <a:schemeClr val="accent6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175,000</a:t>
            </a:r>
            <a:endParaRPr sz="800">
              <a:solidFill>
                <a:schemeClr val="accent6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98" name="Google Shape;998;p73"/>
          <p:cNvSpPr txBox="1"/>
          <p:nvPr/>
        </p:nvSpPr>
        <p:spPr>
          <a:xfrm>
            <a:off x="3758612" y="4300564"/>
            <a:ext cx="600300" cy="1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rPr>
              <a:t>Revenue</a:t>
            </a:r>
            <a:endParaRPr sz="800">
              <a:solidFill>
                <a:schemeClr val="accent6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999" name="Google Shape;999;p73"/>
          <p:cNvSpPr txBox="1"/>
          <p:nvPr/>
        </p:nvSpPr>
        <p:spPr>
          <a:xfrm>
            <a:off x="4545532" y="4425375"/>
            <a:ext cx="489900" cy="1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4286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20XX</a:t>
            </a:r>
            <a:endParaRPr sz="8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00" name="Google Shape;1000;p73"/>
          <p:cNvSpPr txBox="1"/>
          <p:nvPr/>
        </p:nvSpPr>
        <p:spPr>
          <a:xfrm>
            <a:off x="5149947" y="4425375"/>
            <a:ext cx="489900" cy="1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4286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20XX</a:t>
            </a:r>
            <a:endParaRPr sz="8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01" name="Google Shape;1001;p73"/>
          <p:cNvSpPr txBox="1"/>
          <p:nvPr/>
        </p:nvSpPr>
        <p:spPr>
          <a:xfrm>
            <a:off x="5758868" y="4425375"/>
            <a:ext cx="489900" cy="1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4286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20XX</a:t>
            </a:r>
            <a:endParaRPr sz="8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02" name="Google Shape;1002;p73"/>
          <p:cNvSpPr txBox="1"/>
          <p:nvPr/>
        </p:nvSpPr>
        <p:spPr>
          <a:xfrm>
            <a:off x="6358776" y="4425375"/>
            <a:ext cx="489900" cy="1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4286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20XX</a:t>
            </a:r>
            <a:endParaRPr sz="8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03" name="Google Shape;1003;p73"/>
          <p:cNvSpPr txBox="1"/>
          <p:nvPr/>
        </p:nvSpPr>
        <p:spPr>
          <a:xfrm>
            <a:off x="6931066" y="4425375"/>
            <a:ext cx="489900" cy="1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4286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20XX</a:t>
            </a:r>
            <a:endParaRPr sz="8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04" name="Google Shape;1004;p73"/>
          <p:cNvSpPr txBox="1"/>
          <p:nvPr/>
        </p:nvSpPr>
        <p:spPr>
          <a:xfrm>
            <a:off x="7543808" y="4425375"/>
            <a:ext cx="489900" cy="1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4286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20XX</a:t>
            </a:r>
            <a:endParaRPr sz="8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05" name="Google Shape;1005;p73"/>
          <p:cNvSpPr txBox="1"/>
          <p:nvPr/>
        </p:nvSpPr>
        <p:spPr>
          <a:xfrm>
            <a:off x="8135494" y="4425375"/>
            <a:ext cx="489900" cy="1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4286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20XX</a:t>
            </a:r>
            <a:endParaRPr sz="8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06" name="Google Shape;1006;p73"/>
          <p:cNvSpPr txBox="1"/>
          <p:nvPr/>
        </p:nvSpPr>
        <p:spPr>
          <a:xfrm>
            <a:off x="3956429" y="4425375"/>
            <a:ext cx="380700" cy="1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rPr>
              <a:t>Year</a:t>
            </a:r>
            <a:endParaRPr sz="800">
              <a:solidFill>
                <a:schemeClr val="accent6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007" name="Google Shape;1007;p73"/>
          <p:cNvSpPr/>
          <p:nvPr/>
        </p:nvSpPr>
        <p:spPr>
          <a:xfrm flipH="1" rot="5400000">
            <a:off x="5037404" y="3648493"/>
            <a:ext cx="768600" cy="591900"/>
          </a:xfrm>
          <a:prstGeom prst="snip1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008" name="Google Shape;1008;p73"/>
          <p:cNvSpPr/>
          <p:nvPr/>
        </p:nvSpPr>
        <p:spPr>
          <a:xfrm flipH="1" rot="5400000">
            <a:off x="5478615" y="3498043"/>
            <a:ext cx="1069500" cy="591900"/>
          </a:xfrm>
          <a:prstGeom prst="snip1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009" name="Google Shape;1009;p73"/>
          <p:cNvSpPr/>
          <p:nvPr/>
        </p:nvSpPr>
        <p:spPr>
          <a:xfrm flipH="1" rot="5400000">
            <a:off x="5689884" y="3117446"/>
            <a:ext cx="1830600" cy="5919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010" name="Google Shape;1010;p73"/>
          <p:cNvSpPr/>
          <p:nvPr/>
        </p:nvSpPr>
        <p:spPr>
          <a:xfrm flipH="1" rot="5400000">
            <a:off x="6416121" y="3251994"/>
            <a:ext cx="1561500" cy="591900"/>
          </a:xfrm>
          <a:prstGeom prst="snip1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011" name="Google Shape;1011;p73"/>
          <p:cNvSpPr/>
          <p:nvPr/>
        </p:nvSpPr>
        <p:spPr>
          <a:xfrm flipH="1" rot="5400000">
            <a:off x="7217138" y="3461259"/>
            <a:ext cx="1143000" cy="591900"/>
          </a:xfrm>
          <a:prstGeom prst="snip1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descr="A bar graph showing projected revenue for the years ahead. " id="1012" name="Google Shape;1012;p73"/>
          <p:cNvSpPr/>
          <p:nvPr/>
        </p:nvSpPr>
        <p:spPr>
          <a:xfrm flipH="1" rot="5400000">
            <a:off x="4525111" y="3727993"/>
            <a:ext cx="609600" cy="591900"/>
          </a:xfrm>
          <a:prstGeom prst="snip1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013" name="Google Shape;1013;p73"/>
          <p:cNvSpPr/>
          <p:nvPr/>
        </p:nvSpPr>
        <p:spPr>
          <a:xfrm flipH="1" rot="5400000">
            <a:off x="7155725" y="2808146"/>
            <a:ext cx="2449200" cy="5919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cxnSp>
        <p:nvCxnSpPr>
          <p:cNvPr id="1014" name="Google Shape;1014;p73"/>
          <p:cNvCxnSpPr/>
          <p:nvPr/>
        </p:nvCxnSpPr>
        <p:spPr>
          <a:xfrm>
            <a:off x="468061" y="3992188"/>
            <a:ext cx="25854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5" name="Google Shape;1015;p73"/>
          <p:cNvCxnSpPr/>
          <p:nvPr/>
        </p:nvCxnSpPr>
        <p:spPr>
          <a:xfrm>
            <a:off x="1756725" y="2272925"/>
            <a:ext cx="0" cy="5682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6" name="Google Shape;1016;p73"/>
          <p:cNvSpPr/>
          <p:nvPr/>
        </p:nvSpPr>
        <p:spPr>
          <a:xfrm>
            <a:off x="475075" y="2994541"/>
            <a:ext cx="2585400" cy="362100"/>
          </a:xfrm>
          <a:prstGeom prst="snip1Rect">
            <a:avLst>
              <a:gd fmla="val 2974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017" name="Google Shape;1017;p73"/>
          <p:cNvSpPr txBox="1"/>
          <p:nvPr/>
        </p:nvSpPr>
        <p:spPr>
          <a:xfrm>
            <a:off x="612288" y="2958075"/>
            <a:ext cx="11937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rPr>
              <a:t>Expenses</a:t>
            </a:r>
            <a:endParaRPr sz="1000">
              <a:solidFill>
                <a:schemeClr val="accent6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018" name="Google Shape;1018;p73"/>
          <p:cNvSpPr txBox="1"/>
          <p:nvPr/>
        </p:nvSpPr>
        <p:spPr>
          <a:xfrm>
            <a:off x="1801600" y="2958063"/>
            <a:ext cx="11937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rPr>
              <a:t>Amount</a:t>
            </a:r>
            <a:endParaRPr sz="1000">
              <a:solidFill>
                <a:schemeClr val="accent6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019" name="Google Shape;1019;p73"/>
          <p:cNvSpPr/>
          <p:nvPr/>
        </p:nvSpPr>
        <p:spPr>
          <a:xfrm>
            <a:off x="475075" y="1910641"/>
            <a:ext cx="2585400" cy="362100"/>
          </a:xfrm>
          <a:prstGeom prst="snip1Rect">
            <a:avLst>
              <a:gd fmla="val 2974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020" name="Google Shape;1020;p73"/>
          <p:cNvSpPr txBox="1"/>
          <p:nvPr/>
        </p:nvSpPr>
        <p:spPr>
          <a:xfrm>
            <a:off x="612288" y="1886338"/>
            <a:ext cx="11937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rPr>
              <a:t>Income</a:t>
            </a:r>
            <a:endParaRPr sz="1000">
              <a:solidFill>
                <a:schemeClr val="accent6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021" name="Google Shape;1021;p73"/>
          <p:cNvSpPr txBox="1"/>
          <p:nvPr/>
        </p:nvSpPr>
        <p:spPr>
          <a:xfrm>
            <a:off x="1756713" y="1877738"/>
            <a:ext cx="11937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rPr>
              <a:t>Amount</a:t>
            </a:r>
            <a:endParaRPr sz="1000">
              <a:solidFill>
                <a:schemeClr val="accent6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grpSp>
        <p:nvGrpSpPr>
          <p:cNvPr id="1022" name="Google Shape;1022;p73"/>
          <p:cNvGrpSpPr/>
          <p:nvPr/>
        </p:nvGrpSpPr>
        <p:grpSpPr>
          <a:xfrm flipH="1">
            <a:off x="3628459" y="1877750"/>
            <a:ext cx="187354" cy="2297800"/>
            <a:chOff x="3997200" y="1877750"/>
            <a:chExt cx="5147100" cy="2297800"/>
          </a:xfrm>
        </p:grpSpPr>
        <p:cxnSp>
          <p:nvCxnSpPr>
            <p:cNvPr id="1023" name="Google Shape;1023;p73"/>
            <p:cNvCxnSpPr/>
            <p:nvPr/>
          </p:nvCxnSpPr>
          <p:spPr>
            <a:xfrm>
              <a:off x="3997200" y="4175550"/>
              <a:ext cx="51471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24" name="Google Shape;1024;p73"/>
            <p:cNvCxnSpPr/>
            <p:nvPr/>
          </p:nvCxnSpPr>
          <p:spPr>
            <a:xfrm>
              <a:off x="3997200" y="4022363"/>
              <a:ext cx="51471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25" name="Google Shape;1025;p73"/>
            <p:cNvCxnSpPr/>
            <p:nvPr/>
          </p:nvCxnSpPr>
          <p:spPr>
            <a:xfrm>
              <a:off x="3997200" y="3869177"/>
              <a:ext cx="51471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26" name="Google Shape;1026;p73"/>
            <p:cNvCxnSpPr/>
            <p:nvPr/>
          </p:nvCxnSpPr>
          <p:spPr>
            <a:xfrm>
              <a:off x="3997200" y="3715990"/>
              <a:ext cx="51471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27" name="Google Shape;1027;p73"/>
            <p:cNvCxnSpPr/>
            <p:nvPr/>
          </p:nvCxnSpPr>
          <p:spPr>
            <a:xfrm>
              <a:off x="3997200" y="3562803"/>
              <a:ext cx="51471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28" name="Google Shape;1028;p73"/>
            <p:cNvCxnSpPr/>
            <p:nvPr/>
          </p:nvCxnSpPr>
          <p:spPr>
            <a:xfrm>
              <a:off x="3997200" y="3409617"/>
              <a:ext cx="51471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29" name="Google Shape;1029;p73"/>
            <p:cNvCxnSpPr/>
            <p:nvPr/>
          </p:nvCxnSpPr>
          <p:spPr>
            <a:xfrm>
              <a:off x="3997200" y="3256430"/>
              <a:ext cx="51471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30" name="Google Shape;1030;p73"/>
            <p:cNvCxnSpPr/>
            <p:nvPr/>
          </p:nvCxnSpPr>
          <p:spPr>
            <a:xfrm>
              <a:off x="3997200" y="3103243"/>
              <a:ext cx="51471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31" name="Google Shape;1031;p73"/>
            <p:cNvCxnSpPr/>
            <p:nvPr/>
          </p:nvCxnSpPr>
          <p:spPr>
            <a:xfrm>
              <a:off x="3997200" y="2950057"/>
              <a:ext cx="51471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32" name="Google Shape;1032;p73"/>
            <p:cNvCxnSpPr/>
            <p:nvPr/>
          </p:nvCxnSpPr>
          <p:spPr>
            <a:xfrm>
              <a:off x="3997200" y="2796870"/>
              <a:ext cx="51471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33" name="Google Shape;1033;p73"/>
            <p:cNvCxnSpPr/>
            <p:nvPr/>
          </p:nvCxnSpPr>
          <p:spPr>
            <a:xfrm>
              <a:off x="3997200" y="2643683"/>
              <a:ext cx="51471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34" name="Google Shape;1034;p73"/>
            <p:cNvCxnSpPr/>
            <p:nvPr/>
          </p:nvCxnSpPr>
          <p:spPr>
            <a:xfrm>
              <a:off x="3997200" y="2490497"/>
              <a:ext cx="51471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35" name="Google Shape;1035;p73"/>
            <p:cNvCxnSpPr/>
            <p:nvPr/>
          </p:nvCxnSpPr>
          <p:spPr>
            <a:xfrm>
              <a:off x="3997200" y="2337310"/>
              <a:ext cx="51471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36" name="Google Shape;1036;p73"/>
            <p:cNvCxnSpPr/>
            <p:nvPr/>
          </p:nvCxnSpPr>
          <p:spPr>
            <a:xfrm>
              <a:off x="3997200" y="2184123"/>
              <a:ext cx="51471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37" name="Google Shape;1037;p73"/>
            <p:cNvCxnSpPr/>
            <p:nvPr/>
          </p:nvCxnSpPr>
          <p:spPr>
            <a:xfrm>
              <a:off x="3997200" y="2030937"/>
              <a:ext cx="51471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38" name="Google Shape;1038;p73"/>
            <p:cNvCxnSpPr/>
            <p:nvPr/>
          </p:nvCxnSpPr>
          <p:spPr>
            <a:xfrm>
              <a:off x="3997200" y="1877750"/>
              <a:ext cx="51471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039" name="Google Shape;1039;p73"/>
          <p:cNvSpPr txBox="1"/>
          <p:nvPr>
            <p:ph type="title"/>
          </p:nvPr>
        </p:nvSpPr>
        <p:spPr>
          <a:xfrm>
            <a:off x="446100" y="396225"/>
            <a:ext cx="5101800" cy="67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Finances at a glance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040" name="Google Shape;1040;p73"/>
          <p:cNvSpPr txBox="1"/>
          <p:nvPr>
            <p:ph idx="2" type="body"/>
          </p:nvPr>
        </p:nvSpPr>
        <p:spPr>
          <a:xfrm>
            <a:off x="474675" y="1390150"/>
            <a:ext cx="2571300" cy="2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Profit and loss forecast</a:t>
            </a:r>
            <a:endParaRPr/>
          </a:p>
        </p:txBody>
      </p:sp>
      <p:sp>
        <p:nvSpPr>
          <p:cNvPr id="1041" name="Google Shape;1041;p73"/>
          <p:cNvSpPr txBox="1"/>
          <p:nvPr>
            <p:ph idx="1" type="body"/>
          </p:nvPr>
        </p:nvSpPr>
        <p:spPr>
          <a:xfrm>
            <a:off x="3869875" y="1390157"/>
            <a:ext cx="3173400" cy="2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Projected revenue (year-over-year)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74"/>
          <p:cNvSpPr/>
          <p:nvPr/>
        </p:nvSpPr>
        <p:spPr>
          <a:xfrm>
            <a:off x="4858183" y="2544470"/>
            <a:ext cx="3354000" cy="1037700"/>
          </a:xfrm>
          <a:prstGeom prst="snip1Rect">
            <a:avLst>
              <a:gd fmla="val 24462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047" name="Google Shape;1047;p74"/>
          <p:cNvSpPr/>
          <p:nvPr/>
        </p:nvSpPr>
        <p:spPr>
          <a:xfrm>
            <a:off x="4858183" y="3582046"/>
            <a:ext cx="3354000" cy="1037700"/>
          </a:xfrm>
          <a:prstGeom prst="snip1Rect">
            <a:avLst>
              <a:gd fmla="val 24462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048" name="Google Shape;1048;p74"/>
          <p:cNvSpPr/>
          <p:nvPr/>
        </p:nvSpPr>
        <p:spPr>
          <a:xfrm>
            <a:off x="4858183" y="1506895"/>
            <a:ext cx="3354000" cy="1037700"/>
          </a:xfrm>
          <a:prstGeom prst="snip1Rect">
            <a:avLst>
              <a:gd fmla="val 24462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049" name="Google Shape;1049;p74"/>
          <p:cNvSpPr/>
          <p:nvPr/>
        </p:nvSpPr>
        <p:spPr>
          <a:xfrm>
            <a:off x="4858183" y="474675"/>
            <a:ext cx="3354000" cy="1037700"/>
          </a:xfrm>
          <a:prstGeom prst="snip1Rect">
            <a:avLst>
              <a:gd fmla="val 24462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050" name="Google Shape;1050;p74"/>
          <p:cNvSpPr txBox="1"/>
          <p:nvPr>
            <p:ph type="title"/>
          </p:nvPr>
        </p:nvSpPr>
        <p:spPr>
          <a:xfrm>
            <a:off x="409625" y="401500"/>
            <a:ext cx="4011600" cy="43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solidFill>
                  <a:schemeClr val="lt1"/>
                </a:solidFill>
              </a:rPr>
              <a:t>Next steps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51" name="Google Shape;1051;p74"/>
          <p:cNvSpPr txBox="1"/>
          <p:nvPr>
            <p:ph idx="2" type="title"/>
          </p:nvPr>
        </p:nvSpPr>
        <p:spPr>
          <a:xfrm>
            <a:off x="420000" y="860450"/>
            <a:ext cx="35112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>
                <a:solidFill>
                  <a:schemeClr val="lt1"/>
                </a:solidFill>
              </a:rPr>
              <a:t>Invite investors to continue the conversation as you approach specific milestones in your business plan.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descr="Upcoming milestone description" id="1052" name="Google Shape;1052;p74"/>
          <p:cNvSpPr txBox="1"/>
          <p:nvPr>
            <p:ph idx="8" type="title"/>
          </p:nvPr>
        </p:nvSpPr>
        <p:spPr>
          <a:xfrm>
            <a:off x="5128700" y="838600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Describe an upcoming milestone in 2 lines.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descr="Upcoming milestone description" id="1053" name="Google Shape;1053;p74"/>
          <p:cNvSpPr txBox="1"/>
          <p:nvPr>
            <p:ph idx="6" type="title"/>
          </p:nvPr>
        </p:nvSpPr>
        <p:spPr>
          <a:xfrm>
            <a:off x="5128700" y="1824225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Describe an upcoming milestone in 2 lines.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descr="Upcoming milestone description" id="1054" name="Google Shape;1054;p74"/>
          <p:cNvSpPr txBox="1"/>
          <p:nvPr>
            <p:ph idx="3" type="title"/>
          </p:nvPr>
        </p:nvSpPr>
        <p:spPr>
          <a:xfrm>
            <a:off x="5128700" y="3907996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Describe an upcoming milestone in 2 lines.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descr="Date of Upcoming milestone" id="1055" name="Google Shape;1055;p74"/>
          <p:cNvSpPr txBox="1"/>
          <p:nvPr>
            <p:ph idx="1" type="subTitle"/>
          </p:nvPr>
        </p:nvSpPr>
        <p:spPr>
          <a:xfrm>
            <a:off x="7258100" y="3907996"/>
            <a:ext cx="811500" cy="385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1056" name="Google Shape;1056;p74"/>
          <p:cNvSpPr txBox="1"/>
          <p:nvPr>
            <p:ph idx="4" type="title"/>
          </p:nvPr>
        </p:nvSpPr>
        <p:spPr>
          <a:xfrm>
            <a:off x="5128700" y="2854375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Describe an upcoming milestone in 2 lines.</a:t>
            </a:r>
            <a:endParaRPr/>
          </a:p>
        </p:txBody>
      </p:sp>
      <p:sp>
        <p:nvSpPr>
          <p:cNvPr id="1057" name="Google Shape;1057;p74"/>
          <p:cNvSpPr txBox="1"/>
          <p:nvPr>
            <p:ph idx="5" type="subTitle"/>
          </p:nvPr>
        </p:nvSpPr>
        <p:spPr>
          <a:xfrm>
            <a:off x="7258100" y="2854375"/>
            <a:ext cx="811500" cy="385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1058" name="Google Shape;1058;p74"/>
          <p:cNvSpPr txBox="1"/>
          <p:nvPr>
            <p:ph idx="7" type="subTitle"/>
          </p:nvPr>
        </p:nvSpPr>
        <p:spPr>
          <a:xfrm>
            <a:off x="7258100" y="1824225"/>
            <a:ext cx="811500" cy="385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1059" name="Google Shape;1059;p74"/>
          <p:cNvSpPr txBox="1"/>
          <p:nvPr>
            <p:ph idx="9" type="subTitle"/>
          </p:nvPr>
        </p:nvSpPr>
        <p:spPr>
          <a:xfrm>
            <a:off x="7258100" y="838600"/>
            <a:ext cx="811500" cy="385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DATE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75"/>
          <p:cNvSpPr/>
          <p:nvPr/>
        </p:nvSpPr>
        <p:spPr>
          <a:xfrm flipH="1" rot="10800000">
            <a:off x="-10550" y="-6150"/>
            <a:ext cx="4868700" cy="3121500"/>
          </a:xfrm>
          <a:prstGeom prst="snip1Rect">
            <a:avLst>
              <a:gd fmla="val 1783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065" name="Google Shape;1065;p75"/>
          <p:cNvSpPr txBox="1"/>
          <p:nvPr>
            <p:ph type="title"/>
          </p:nvPr>
        </p:nvSpPr>
        <p:spPr>
          <a:xfrm>
            <a:off x="2131600" y="3667325"/>
            <a:ext cx="2026500" cy="3672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/>
              <a:t>Full Name / Title</a:t>
            </a:r>
            <a:endParaRPr/>
          </a:p>
        </p:txBody>
      </p:sp>
      <p:sp>
        <p:nvSpPr>
          <p:cNvPr id="1066" name="Google Shape;1066;p75"/>
          <p:cNvSpPr txBox="1"/>
          <p:nvPr>
            <p:ph idx="1" type="subTitle"/>
          </p:nvPr>
        </p:nvSpPr>
        <p:spPr>
          <a:xfrm>
            <a:off x="1917225" y="4072850"/>
            <a:ext cx="2536500" cy="546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name@example.</a:t>
            </a:r>
            <a:r>
              <a:rPr lang="en"/>
              <a:t>com</a:t>
            </a:r>
            <a:r>
              <a:rPr lang="en"/>
              <a:t>   </a:t>
            </a:r>
            <a:r>
              <a:rPr lang="en"/>
              <a:t>	 (000)  000-0000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123 Street Name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City, State 12345</a:t>
            </a:r>
            <a:endParaRPr/>
          </a:p>
        </p:txBody>
      </p:sp>
      <p:sp>
        <p:nvSpPr>
          <p:cNvPr id="1067" name="Google Shape;1067;p75"/>
          <p:cNvSpPr txBox="1"/>
          <p:nvPr>
            <p:ph idx="3" type="title"/>
          </p:nvPr>
        </p:nvSpPr>
        <p:spPr>
          <a:xfrm>
            <a:off x="409500" y="1578275"/>
            <a:ext cx="33540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Encourage your audience to ask questions or give feedback about your presentation.</a:t>
            </a:r>
            <a:endParaRPr/>
          </a:p>
        </p:txBody>
      </p:sp>
      <p:sp>
        <p:nvSpPr>
          <p:cNvPr id="1068" name="Google Shape;1068;p75"/>
          <p:cNvSpPr txBox="1"/>
          <p:nvPr>
            <p:ph idx="4" type="title"/>
          </p:nvPr>
        </p:nvSpPr>
        <p:spPr>
          <a:xfrm>
            <a:off x="409500" y="401500"/>
            <a:ext cx="3748500" cy="1091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Thank you</a:t>
            </a:r>
            <a:endParaRPr/>
          </a:p>
        </p:txBody>
      </p:sp>
      <p:pic>
        <p:nvPicPr>
          <p:cNvPr descr="A man in a suit smiles for the camera. " id="1069" name="Google Shape;1069;p7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43878" l="47742" r="18355" t="15394"/>
          <a:stretch/>
        </p:blipFill>
        <p:spPr>
          <a:xfrm>
            <a:off x="387475" y="3575855"/>
            <a:ext cx="1309500" cy="1050000"/>
          </a:xfrm>
          <a:prstGeom prst="snip1Rect">
            <a:avLst>
              <a:gd fmla="val 16667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 Pitch 2024">
  <a:themeElements>
    <a:clrScheme name="Google Colours">
      <a:dk1>
        <a:srgbClr val="000000"/>
      </a:dk1>
      <a:lt1>
        <a:srgbClr val="182A43"/>
      </a:lt1>
      <a:dk2>
        <a:srgbClr val="253851"/>
      </a:dk2>
      <a:lt2>
        <a:srgbClr val="364D6C"/>
      </a:lt2>
      <a:accent1>
        <a:srgbClr val="4F6887"/>
      </a:accent1>
      <a:accent2>
        <a:srgbClr val="6C87A6"/>
      </a:accent2>
      <a:accent3>
        <a:srgbClr val="86A3C3"/>
      </a:accent3>
      <a:accent4>
        <a:srgbClr val="97C5EF"/>
      </a:accent4>
      <a:accent5>
        <a:srgbClr val="A7D4FF"/>
      </a:accent5>
      <a:accent6>
        <a:srgbClr val="BEDEFF"/>
      </a:accent6>
      <a:hlink>
        <a:srgbClr val="FFFFFF"/>
      </a:hlink>
      <a:folHlink>
        <a:srgbClr val="7B1FA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